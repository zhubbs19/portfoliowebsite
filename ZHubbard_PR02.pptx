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3" r:id="rId5"/>
    <p:sldId id="260" r:id="rId6"/>
    <p:sldId id="262" r:id="rId7"/>
    <p:sldId id="274" r:id="rId8"/>
    <p:sldId id="261" r:id="rId9"/>
    <p:sldId id="268" r:id="rId10"/>
    <p:sldId id="270" r:id="rId11"/>
    <p:sldId id="271" r:id="rId12"/>
    <p:sldId id="2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1D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AEEA9E-3397-4770-A3D6-70A86F9D7CFC}" v="368" dt="2026-02-11T18:03:1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66" d="100"/>
          <a:sy n="66" d="100"/>
        </p:scale>
        <p:origin x="1536" y="10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2:31.569"/>
    </inkml:context>
    <inkml:brush xml:id="br0">
      <inkml:brushProperty name="width" value="0.1" units="cm"/>
      <inkml:brushProperty name="height" value="0.1" units="cm"/>
    </inkml:brush>
  </inkml:definitions>
  <inkml:trace contextRef="#ctx0" brushRef="#br0">0 0 24097,'1270'0'0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2:41.429"/>
    </inkml:context>
    <inkml:brush xml:id="br0">
      <inkml:brushProperty name="width" value="0.1" units="cm"/>
      <inkml:brushProperty name="height" value="0.1" units="cm"/>
    </inkml:brush>
  </inkml:definitions>
  <inkml:trace contextRef="#ctx0" brushRef="#br0">0 2381 24076,'0'-2381'0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2:49.764"/>
    </inkml:context>
    <inkml:brush xml:id="br0">
      <inkml:brushProperty name="width" value="0.1" units="cm"/>
      <inkml:brushProperty name="height" value="0.1" units="cm"/>
    </inkml:brush>
  </inkml:definitions>
  <inkml:trace contextRef="#ctx0" brushRef="#br0">0 0 24130,'2302'0'0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2:54.134"/>
    </inkml:context>
    <inkml:brush xml:id="br0">
      <inkml:brushProperty name="width" value="0.1" units="cm"/>
      <inkml:brushProperty name="height" value="0.1" units="cm"/>
    </inkml:brush>
  </inkml:definitions>
  <inkml:trace contextRef="#ctx0" brushRef="#br0">0 2037 23392,'26'-2037'0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2:58.483"/>
    </inkml:context>
    <inkml:brush xml:id="br0">
      <inkml:brushProperty name="width" value="0.1" units="cm"/>
      <inkml:brushProperty name="height" value="0.1" units="cm"/>
    </inkml:brush>
  </inkml:definitions>
  <inkml:trace contextRef="#ctx0" brushRef="#br0">0 0 23778,'1085'26'0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3:09.068"/>
    </inkml:context>
    <inkml:brush xml:id="br0">
      <inkml:brushProperty name="width" value="0.1" units="cm"/>
      <inkml:brushProperty name="height" value="0.1" units="cm"/>
    </inkml:brush>
  </inkml:definitions>
  <inkml:trace contextRef="#ctx0" brushRef="#br0">0 0 24302,'702'0'0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3:21.525"/>
    </inkml:context>
    <inkml:brush xml:id="br0">
      <inkml:brushProperty name="width" value="0.1" units="cm"/>
      <inkml:brushProperty name="height" value="0.1" units="cm"/>
    </inkml:brush>
  </inkml:definitions>
  <inkml:trace contextRef="#ctx0" brushRef="#br0">0 479 24575,'2'-25'0,"0"1"0,2-1 0,1 1 0,9-27 0,-7 27 0,-1 0 0,-1 0 0,-1 0 0,1-36 0,-6 58 0,1-12 0,0-1 0,0 1 0,2 0 0,-1-1 0,7-21 0,-7 32 0,1 1 0,-1-1 0,1 1 0,0 0 0,-1-1 0,2 1 0,-1 0 0,0 0 0,1 0 0,-1 1 0,1-1 0,0 0 0,0 1 0,0 0 0,0 0 0,0 0 0,0 0 0,1 0 0,-1 1 0,1-1 0,-1 1 0,1 0 0,0 0 0,-1 0 0,1 1 0,6-1 0,212-1 0,-112 4 0,22 11 0,-130-12 0,0-1 0,0 0 0,1 1 0,-1-1 0,0 1 0,0-1 0,0 1 0,0 0 0,0 0 0,0 0 0,0 0 0,0 0 0,0 1 0,-1-1 0,1 0 0,0 1 0,-1-1 0,2 3 0,2 2 0,-1-1 0,-1 1 0,1 0 0,-1 0 0,5 13 0,-1 1 0,-1 0 0,-1 1 0,2 22 0,-2-7-82,0-6-559,0 49-1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3:39.412"/>
    </inkml:context>
    <inkml:brush xml:id="br0">
      <inkml:brushProperty name="width" value="0.1" units="cm"/>
      <inkml:brushProperty name="height" value="0.1" units="cm"/>
    </inkml:brush>
  </inkml:definitions>
  <inkml:trace contextRef="#ctx0" brushRef="#br0">1 4194 24575,'42'-12'0,"-14"2"0,-10 7 0,1 1 0,-1 1 0,1 0 0,-1 2 0,19 2 0,-18-1 0,-1-1 0,0-1 0,0 0 0,1-2 0,19-3 0,-36 4 0,0 0 0,0 0 0,-1 0 0,1 0 0,0 0 0,0 0 0,-1-1 0,1 1 0,0-1 0,-1 0 0,0 1 0,1-1 0,-1 0 0,0 0 0,0 1 0,0-1 0,0 0 0,0 0 0,0 0 0,-1 0 0,1-1 0,-1 1 0,1 0 0,-1 0 0,0 0 0,0-4 0,-1-72 0,-2 48 0,-10-208 0,12 166 0,3-68 0,0 125 0,1-1 0,1 1 0,7-20 0,-5 20 0,-2-1 0,6-30 0,1-29 0,-5 42 0,-2 0 0,1-38 0,5-110 0,-6 137 0,-4 41 0,1 0 0,-1 1 0,1-1 0,0 0 0,0 0 0,0 1 0,0-1 0,0 1 0,1-1 0,-1 1 0,1-1 0,0 1 0,0 0 0,0 0 0,0 0 0,0 0 0,0 0 0,0 0 0,1 1 0,-1-1 0,0 1 0,1-1 0,0 1 0,4-2 0,7-1 0,0 0 0,0 1 0,26-3 0,-20 3 0,99-10 0,-73 8 0,0 2 0,81 5 0,-31 1 0,459-3 0,-423-14 0,-68 15 0,3-2 0,94 12 0,-100-6 0,0-2 0,64-5 0,-15-1 0,-24 1 0,92 4 0,-143 3 0,-28-3 0,0-1 0,0 0 0,0 0 0,0-1 0,0 0 0,0 0 0,0-1 0,13-2 0,-5-1 0,-11 4 0,0-1 0,0 1 0,0-1 0,0 0 0,0 0 0,0-1 0,0 1 0,-1-1 0,1 0 0,0 0 0,-1 0 0,0-1 0,1 1 0,-1-1 0,0 1 0,0-1 0,0 0 0,-1 0 0,1-1 0,-1 1 0,1 0 0,-1-1 0,3-7 0,8-20 0,-1-1 0,-1 1 0,-2-2 0,-1 0 0,-2 0 0,-1 0 0,-2 0 0,0-49 0,-5 16 0,4-79 0,3 99 0,3-67 0,-8-879 0,-14 860 0,1-27 0,0 27 0,11 49 0,4-72 0,-1 150 0,-1 1 0,0-1 0,1 1 0,0-1 0,0 1 0,1-1 0,-1 1 0,1 0 0,0 0 0,0 0 0,0 0 0,0 0 0,1 0 0,-1 1 0,1-1 0,0 1 0,6-5 0,-3 4 0,1 0 0,-1 0 0,1 1 0,0 1 0,0-1 0,0 1 0,0 0 0,0 0 0,14 0 0,35-5 0,74 1 0,426 6 0,-451-14 0,-102 14 0,1 0 0,0-1 0,-1 1 0,1-1 0,-1 0 0,1 0 0,-1 0 0,1 0 0,-1-1 0,1 1 0,-1-1 0,0 0 0,0 0 0,0 0 0,0-1 0,0 1 0,-1-1 0,5-4 0,-4 2 0,-1 0 0,0 1 0,0-2 0,-1 1 0,1 0 0,-1 0 0,0 0 0,-1-1 0,1 1 0,-1 0 0,0 0 0,-1-6 0,0-14 0,0 10 0,0 1 0,1 0 0,1 0 0,3-17 0,-4 28 0,1 0 0,0-1 0,0 1 0,0 0 0,0 0 0,1 0 0,-1 1 0,1-1 0,-1 0 0,1 0 0,0 1 0,0-1 0,1 1 0,-1 0 0,0 0 0,1-1 0,-1 2 0,1-1 0,0 0 0,-1 0 0,1 1 0,0-1 0,5-1 0,18-4 0,1 0 0,0 2 0,37-4 0,-13 4 0,58-2 0,-97 7 0,30 0 0,79 10 0,-79-5 0,1-2 0,73-5 0,-29-1 0,-31-7-1365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3:49.458"/>
    </inkml:context>
    <inkml:brush xml:id="br0">
      <inkml:brushProperty name="width" value="0.1" units="cm"/>
      <inkml:brushProperty name="height" value="0.1" units="cm"/>
    </inkml:brush>
  </inkml:definitions>
  <inkml:trace contextRef="#ctx0" brushRef="#br0">0 1552 22982,'0'-1551'0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3:54.542"/>
    </inkml:context>
    <inkml:brush xml:id="br0">
      <inkml:brushProperty name="width" value="0.1" units="cm"/>
      <inkml:brushProperty name="height" value="0.1" units="cm"/>
    </inkml:brush>
  </inkml:definitions>
  <inkml:trace contextRef="#ctx0" brushRef="#br0">723 0 24208,'-723'54'0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3:57.818"/>
    </inkml:context>
    <inkml:brush xml:id="br0">
      <inkml:brushProperty name="width" value="0.1" units="cm"/>
      <inkml:brushProperty name="height" value="0.1" units="cm"/>
    </inkml:brush>
  </inkml:definitions>
  <inkml:trace contextRef="#ctx0" brushRef="#br0">5170 47 24140,'-5170'0'0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4:05.333"/>
    </inkml:context>
    <inkml:brush xml:id="br0">
      <inkml:brushProperty name="width" value="0.1" units="cm"/>
      <inkml:brushProperty name="height" value="0.1" units="cm"/>
    </inkml:brush>
  </inkml:definitions>
  <inkml:trace contextRef="#ctx0" brushRef="#br0">0 0 24460,'0'1270'0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4:11.976"/>
    </inkml:context>
    <inkml:brush xml:id="br0">
      <inkml:brushProperty name="width" value="0.1" units="cm"/>
      <inkml:brushProperty name="height" value="0.1" units="cm"/>
    </inkml:brush>
  </inkml:definitions>
  <inkml:trace contextRef="#ctx0" brushRef="#br0">617 0 23706,'-617'35'0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4:24.257"/>
    </inkml:context>
    <inkml:brush xml:id="br0">
      <inkml:brushProperty name="width" value="0.1" units="cm"/>
      <inkml:brushProperty name="height" value="0.1" units="cm"/>
    </inkml:brush>
  </inkml:definitions>
  <inkml:trace contextRef="#ctx0" brushRef="#br0">939 0 24425,'-939'0'0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4:30.030"/>
    </inkml:context>
    <inkml:brush xml:id="br0">
      <inkml:brushProperty name="width" value="0.1" units="cm"/>
      <inkml:brushProperty name="height" value="0.1" units="cm"/>
    </inkml:brush>
  </inkml:definitions>
  <inkml:trace contextRef="#ctx0" brushRef="#br0">372 1 24575,'-10'0'0,"0"0"0,1 1 0,-1 0 0,1 0 0,-1 1 0,-12 4 0,18-4 0,-1 0 0,0 1 0,0 0 0,1 0 0,0 0 0,-1 0 0,1 0 0,0 1 0,1 0 0,-1 0 0,0 0 0,-4 8 0,1 1 0,0 0 0,1 0 0,1 0 0,0 1 0,1 0 0,1 0 0,0 0 0,0 0 0,2 0 0,-1 1 0,2-1 0,2 21 0,-5 48 0,3-79 3,-1-1-1,1 0 1,0 1 0,-1-1-1,0 0 1,0 1-1,0-1 1,0 0-1,0 0 1,-1 0 0,1 0-1,-1 0 1,0 0-1,0-1 1,0 1-1,0-1 1,0 1 0,-1-1-1,1 0 1,-1 1-1,1-1 1,-1-1 0,0 1-1,0 0 1,0-1-1,0 1 1,-4 0-1,-5 1-87,0-1-1,-1 0 0,1-1 1,0-1-1,-25-1 0,4-1-837</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4:32.103"/>
    </inkml:context>
    <inkml:brush xml:id="br0">
      <inkml:brushProperty name="width" value="0.1" units="cm"/>
      <inkml:brushProperty name="height" value="0.1" units="cm"/>
    </inkml:brush>
  </inkml:definitions>
  <inkml:trace contextRef="#ctx0" brushRef="#br0">332 0 24575,'-186'14'0,"41"-14"-1365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4:36.938"/>
    </inkml:context>
    <inkml:brush xml:id="br0">
      <inkml:brushProperty name="width" value="0.1" units="cm"/>
      <inkml:brushProperty name="height" value="0.1" units="cm"/>
    </inkml:brush>
  </inkml:definitions>
  <inkml:trace contextRef="#ctx0" brushRef="#br0">1879 583 24575,'1'-10'0,"-1"-1"0,-1 0 0,1 1 0,-2-1 0,1 1 0,-1-1 0,-1 1 0,0 0 0,-1 0 0,0 0 0,0 0 0,-1 0 0,-9-13 0,8 14 0,1 0 0,1-1 0,-1 0 0,1 0 0,-4-19 0,6 20 0,-1 0 0,0 1 0,0-1 0,0 1 0,-1 0 0,0 0 0,-1 0 0,-10-13 0,-29-35 0,36 44 0,-1-1 0,-1 2 0,-21-21 0,27 28 0,-1 1 0,1 0 0,-1 0 0,0 0 0,0 0 0,-1 1 0,1 0 0,0 0 0,-1 0 0,1 1 0,-1 0 0,0 0 0,1 0 0,-9 1 0,-6 0 0,0-2 0,0 0 0,1 0 0,-1-2 0,-19-7 0,-93-41 0,99 43 0,0 1 0,0 2 0,-55-3 0,-104 8 0,99 2 0,76 1 0,0 0 0,1 0 0,-1 2 0,-20 6 0,-33 8 0,40-12 0,-44 15 0,-21 5 0,30-20 0,49-6 0,1 1 0,0 1 0,0 1 0,-23 6 0,10-2-30,-1-1 1,-1-2-1,1 0 0,0-2 0,-1-1 0,-30-4 0,-1 2-1126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4:47.485"/>
    </inkml:context>
    <inkml:brush xml:id="br0">
      <inkml:brushProperty name="width" value="0.1" units="cm"/>
      <inkml:brushProperty name="height" value="0.1" units="cm"/>
    </inkml:brush>
  </inkml:definitions>
  <inkml:trace contextRef="#ctx0" brushRef="#br0">142 0 24575,'-3'0'0,"-4"0"0,-4 0 0,-3 0 0,-2 0 0,-1 0 0,-1 0 0,-1 0 0,1 0 0,0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4:50.494"/>
    </inkml:context>
    <inkml:brush xml:id="br0">
      <inkml:brushProperty name="width" value="0.1" units="cm"/>
      <inkml:brushProperty name="height" value="0.1" units="cm"/>
    </inkml:brush>
  </inkml:definitions>
  <inkml:trace contextRef="#ctx0" brushRef="#br0">617 0 24120,'-617'18'0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4:56.546"/>
    </inkml:context>
    <inkml:brush xml:id="br0">
      <inkml:brushProperty name="width" value="0.1" units="cm"/>
      <inkml:brushProperty name="height" value="0.1" units="cm"/>
    </inkml:brush>
  </inkml:definitions>
  <inkml:trace contextRef="#ctx0" brushRef="#br0">1169 2139 24575,'-2'-20'0,"-1"1"0,0 0 0,-1 0 0,-1 0 0,-1 0 0,-12-25 0,-9-30 0,22 61 0,0 0 0,-1 0 0,-14-22 0,-9-20 0,-21-72 0,16 45 0,23 52 0,-2 0 0,-28-46 0,27 51 0,1 0 0,-16-45 0,19 44 0,-1 0 0,-25-43 0,-8-3 0,-53-120 0,43 50 0,-8-19 0,-49-32 0,-15-16 0,90 150 0,-31-73 0,59 116 0,8 15 0,0 0 0,-1 0 0,1 1 0,-1-1 0,1 0 0,-1 0 0,0 0 0,1 1 0,-1-1 0,0 0 0,1 1 0,-1-1 0,0 0 0,0 1 0,1-1 0,-1 1 0,0-1 0,0 1 0,0 0 0,0-1 0,0 1 0,0 0 0,0 0 0,0-1 0,0 1 0,0 0 0,0 0 0,0 0 0,0 0 0,0 0 0,0 1 0,0-1 0,1 0 0,-1 0 0,0 1 0,0-1 0,0 0 0,0 1 0,0-1 0,0 1 0,0-1 0,0 2 0,-41 34 0,25-20 0,1-1-155,1 1 0,-19 25 0,24-29-745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4:57.467"/>
    </inkml:context>
    <inkml:brush xml:id="br0">
      <inkml:brushProperty name="width" value="0.1" units="cm"/>
      <inkml:brushProperty name="height" value="0.1" units="cm"/>
    </inkml:brush>
  </inkml:definitions>
  <inkml:trace contextRef="#ctx0" brushRef="#br0">1 0 24575,'11'1'0,"1"1"0,-1 1 0,0-1 0,0 2 0,0-1 0,17 9 0,25 8 0,11-3 0,118 38 0,-170-50-1365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01.930"/>
    </inkml:context>
    <inkml:brush xml:id="br0">
      <inkml:brushProperty name="width" value="0.1" units="cm"/>
      <inkml:brushProperty name="height" value="0.1" units="cm"/>
    </inkml:brush>
  </inkml:definitions>
  <inkml:trace contextRef="#ctx0" brushRef="#br0">0 0 23778,'1200'0'0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08.333"/>
    </inkml:context>
    <inkml:brush xml:id="br0">
      <inkml:brushProperty name="width" value="0.1" units="cm"/>
      <inkml:brushProperty name="height" value="0.1" units="cm"/>
    </inkml:brush>
  </inkml:definitions>
  <inkml:trace contextRef="#ctx0" brushRef="#br0">0 0 24551,'1394'107'0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18.232"/>
    </inkml:context>
    <inkml:brush xml:id="br0">
      <inkml:brushProperty name="width" value="0.1" units="cm"/>
      <inkml:brushProperty name="height" value="0.1" units="cm"/>
    </inkml:brush>
  </inkml:definitions>
  <inkml:trace contextRef="#ctx0" brushRef="#br0">0 2187 24509,'336'-2187'0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22.863"/>
    </inkml:context>
    <inkml:brush xml:id="br0">
      <inkml:brushProperty name="width" value="0.1" units="cm"/>
      <inkml:brushProperty name="height" value="0.1" units="cm"/>
    </inkml:brush>
  </inkml:definitions>
  <inkml:trace contextRef="#ctx0" brushRef="#br0">1253 265 24377,'-1252'-264'0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25.415"/>
    </inkml:context>
    <inkml:brush xml:id="br0">
      <inkml:brushProperty name="width" value="0.1" units="cm"/>
      <inkml:brushProperty name="height" value="0.1" units="cm"/>
    </inkml:brush>
  </inkml:definitions>
  <inkml:trace contextRef="#ctx0" brushRef="#br0">0 1 24575,'24'0'0,"-1"2"0,0 1 0,1 0 0,-1 2 0,-1 1 0,1 0 0,-1 2 0,36 18 0,-41-20 0,-1 0 0,29 7 0,-32-11 0,-1 1 0,0 1 0,0 0 0,0 0 0,-1 1 0,21 13 0,-30-17 3,-1 0 0,0 1-1,1-1 1,-1 0 0,0 1-1,0-1 1,0 1 0,0 0-1,0-1 1,-1 1 0,1-1-1,0 1 1,-1 0 0,1 0-1,-1 0 1,0-1 0,1 1-1,-1 0 1,0 0 0,0 0-1,0-1 1,0 1 0,-1 0 0,1 0-1,0 0 1,-1-1 0,1 1-1,-2 2 1,-25 50-588,19-41-273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27.763"/>
    </inkml:context>
    <inkml:brush xml:id="br0">
      <inkml:brushProperty name="width" value="0.1" units="cm"/>
      <inkml:brushProperty name="height" value="0.1" units="cm"/>
    </inkml:brush>
  </inkml:definitions>
  <inkml:trace contextRef="#ctx0" brushRef="#br0">0 723 24543,'0'-722'0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32.478"/>
    </inkml:context>
    <inkml:brush xml:id="br0">
      <inkml:brushProperty name="width" value="0.1" units="cm"/>
      <inkml:brushProperty name="height" value="0.1" units="cm"/>
    </inkml:brush>
  </inkml:definitions>
  <inkml:trace contextRef="#ctx0" brushRef="#br0">1009 477 24575,'0'-159'0,"-1"157"0,1 0 0,-1 0 0,1 0 0,-1 0 0,0 0 0,0 1 0,0-1 0,0 0 0,0 0 0,0 1 0,0-1 0,-1 0 0,1 1 0,0 0 0,-1-1 0,1 1 0,-1 0 0,0-1 0,0 1 0,1 0 0,-1 0 0,0 1 0,0-1 0,0 0 0,0 0 0,0 1 0,0 0 0,0-1 0,0 1 0,0 0 0,-2 0 0,-12-1 0,0 0 0,1 1 0,-20 3 0,6 0 0,-7-1 0,-56 10 0,83-11 0,-45 8 0,-59 3 0,94-11 0,1-2 0,0 0 0,0 0 0,0-2 0,0 0 0,1-2 0,-23-7 0,18 5 0,-1 1 0,0 1 0,-42-4 0,42 7 0,-1-1 0,1-1 0,-39-13 0,17 9 0,40 7 0,0 1 0,-1-1 0,1 0 0,0 0 0,0-1 0,-10-3 0,13 4 0,0 0 0,1-1 0,-1 1 0,1 0 0,-1-1 0,1 1 0,-1-1 0,1 0 0,0 1 0,0-1 0,0 0 0,0 0 0,0 0 0,0 0 0,0 0 0,1 0 0,-1 0 0,1 0 0,-1 0 0,1 0 0,0 0 0,0-3 0,3-174-1365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35.069"/>
    </inkml:context>
    <inkml:brush xml:id="br0">
      <inkml:brushProperty name="width" value="0.1" units="cm"/>
      <inkml:brushProperty name="height" value="0.1" units="cm"/>
    </inkml:brush>
  </inkml:definitions>
  <inkml:trace contextRef="#ctx0" brushRef="#br0">51 450 24575,'-1'-11'0,"0"0"0,-1 0 0,-1 1 0,1-1 0,-6-12 0,-9-43 0,0-73 0,19 132 0,-1 1 0,1 0 0,0 0 0,0 1 0,1-1 0,-1 0 0,1 1 0,0 0 0,1-1 0,4-4 0,14-26 0,-19 28 0,16-29 0,-19 36 0,1-1 0,0 1 0,0 0 0,0 0 0,0-1 0,0 1 0,0 0 0,1 0 0,-1 0 0,0 0 0,0 1 0,1-1 0,-1 0 0,1 0 0,-1 1 0,0-1 0,1 1 0,-1-1 0,1 1 0,-1 0 0,1-1 0,1 1 0,-1 1 0,-1 0 0,1-1 0,-1 1 0,1 0 0,-1 0 0,0 0 0,1 0 0,-1 1 0,0-1 0,0 0 0,0 0 0,0 1 0,0-1 0,1 2 0,17 16 0,-6-14-1365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39.008"/>
    </inkml:context>
    <inkml:brush xml:id="br0">
      <inkml:brushProperty name="width" value="0.1" units="cm"/>
      <inkml:brushProperty name="height" value="0.1" units="cm"/>
    </inkml:brush>
  </inkml:definitions>
  <inkml:trace contextRef="#ctx0" brushRef="#br0">301 36 24575,'-1'-1'0,"1"0"0,-1 0 0,1 0 0,-1 0 0,1 0 0,-1 1 0,0-1 0,1 0 0,-1 0 0,0 1 0,0-1 0,0 0 0,0 1 0,1-1 0,-1 0 0,0 1 0,0-1 0,0 1 0,0 0 0,0-1 0,0 1 0,0 0 0,0 0 0,0 0 0,-1-1 0,1 1 0,-1 0 0,-37-2 0,35 2 0,-18-1 0,-26 0 0,-66-10 0,66 6-1365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46.298"/>
    </inkml:context>
    <inkml:brush xml:id="br0">
      <inkml:brushProperty name="width" value="0.1" units="cm"/>
      <inkml:brushProperty name="height" value="0.1" units="cm"/>
    </inkml:brush>
  </inkml:definitions>
  <inkml:trace contextRef="#ctx0" brushRef="#br0">0 665 24575,'80'1'0,"88"-3"0,-146-1 0,-1-1 0,24-8 0,25-4 0,-65 15 0,-1 0 0,0 0 0,1 0 0,-1 0 0,1-1 0,-1 0 0,0 0 0,0 0 0,0 0 0,0-1 0,0 0 0,-1 1 0,1-1 0,-1-1 0,0 1 0,0 0 0,0-1 0,0 0 0,-1 1 0,1-1 0,-1 0 0,3-6 0,-1-2 0,0-1 0,0 0 0,-1-1 0,-1 1 0,0 0 0,-1-21 0,-1 23 0,-1 0 0,0-1 0,-1 1 0,-1 0 0,1 0 0,-6-13 0,3 12 0,2 0 0,-1-1 0,2 1 0,-3-23 0,5 31 0,-1-30 0,7-68 0,-4 92 0,0 1 0,0-1 0,1 0 0,0 1 0,0-1 0,1 1 0,0 0 0,1 0 0,0 0 0,1 1 0,8-11 0,6 4-1365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48.757"/>
    </inkml:context>
    <inkml:brush xml:id="br0">
      <inkml:brushProperty name="width" value="0.1" units="cm"/>
      <inkml:brushProperty name="height" value="0.1" units="cm"/>
    </inkml:brush>
  </inkml:definitions>
  <inkml:trace contextRef="#ctx0" brushRef="#br0">0 0 23992,'2576'0'0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5:55.046"/>
    </inkml:context>
    <inkml:brush xml:id="br0">
      <inkml:brushProperty name="width" value="0.1" units="cm"/>
      <inkml:brushProperty name="height" value="0.1" units="cm"/>
    </inkml:brush>
  </inkml:definitions>
  <inkml:trace contextRef="#ctx0" brushRef="#br0">1 0 24575,'11'1'0,"-1"1"0,1 0 0,-1 0 0,1 1 0,-1 1 0,19 8 0,-16-6 0,1-1 0,0 0 0,16 3 0,-6-3 0,0 2 0,-1 0 0,0 1 0,34 18 0,-50-23 0,-1-1 0,0 1 0,0 1 0,0-1 0,0 1 0,-1 0 0,0 1 0,1-1 0,-2 1 0,1 0 0,0 0 0,-1 0 0,0 1 0,0 0 0,-1 0 0,1 0 0,3 9 0,-1 22-341,-1 0 0,-1 0-1,-3 64 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6:03.873"/>
    </inkml:context>
    <inkml:brush xml:id="br0">
      <inkml:brushProperty name="width" value="0.1" units="cm"/>
      <inkml:brushProperty name="height" value="0.1" units="cm"/>
    </inkml:brush>
  </inkml:definitions>
  <inkml:trace contextRef="#ctx0" brushRef="#br0">0 0 24352,'794'159'0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6:07.140"/>
    </inkml:context>
    <inkml:brush xml:id="br0">
      <inkml:brushProperty name="width" value="0.1" units="cm"/>
      <inkml:brushProperty name="height" value="0.1" units="cm"/>
    </inkml:brush>
  </inkml:definitions>
  <inkml:trace contextRef="#ctx0" brushRef="#br0">0 36 24575,'109'-2'0,"118"5"0,-158 4 0,-29-2 0,45 0 0,48-3 0,105-5 0,-135-16 0,-13 2 0,-43 9 30,29-1-1425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6:20.755"/>
    </inkml:context>
    <inkml:brush xml:id="br0">
      <inkml:brushProperty name="width" value="0.1" units="cm"/>
      <inkml:brushProperty name="height" value="0.1" units="cm"/>
    </inkml:brush>
  </inkml:definitions>
  <inkml:trace contextRef="#ctx0" brushRef="#br0">0 2096 24341,'2562'-2096'0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6:28.153"/>
    </inkml:context>
    <inkml:brush xml:id="br0">
      <inkml:brushProperty name="width" value="0.1" units="cm"/>
      <inkml:brushProperty name="height" value="0.1" units="cm"/>
    </inkml:brush>
  </inkml:definitions>
  <inkml:trace contextRef="#ctx0" brushRef="#br0">506 1 24575,'-15'0'0,"0"2"0,-30 7 0,-27 2 0,-268-12-1365,322 1-5461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6:29.800"/>
    </inkml:context>
    <inkml:brush xml:id="br0">
      <inkml:brushProperty name="width" value="0.1" units="cm"/>
      <inkml:brushProperty name="height" value="0.1" units="cm"/>
    </inkml:brush>
  </inkml:definitions>
  <inkml:trace contextRef="#ctx0" brushRef="#br0">133 1 24575,'-2'22'0,"-1"0"0,-1 0 0,0-1 0,-2 1 0,0-1 0,-18 37 0,-4 18 0,-14 51 0,29-57-1365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7:00.721"/>
    </inkml:context>
    <inkml:brush xml:id="br0">
      <inkml:brushProperty name="width" value="0.1" units="cm"/>
      <inkml:brushProperty name="height" value="0.1" units="cm"/>
    </inkml:brush>
  </inkml:definitions>
  <inkml:trace contextRef="#ctx0" brushRef="#br0">2 914 24575,'0'-58'0,"-2"23"0,2-1 0,2 0 0,11-63 0,34-150 0,-41 197 0,14-63 0,-18 105 0,1 0 0,1-1 0,-1 1 0,2 0 0,0 1 0,0-1 0,0 1 0,9-11 0,-7 13 0,-1 1 0,1 0 0,0 1 0,0-1 0,0 1 0,1 1 0,0 0 0,12-6 0,72-21 0,-57 21 0,-7 1 0,-1 1 0,2 1 0,-1 2 0,1 0 0,45 0 0,51 4 0,110 4 0,-172 7 0,-44-6 0,-1-1 0,30 2 0,55 5 0,-72-5 0,47 1 0,-38-6 0,1 3 0,52 9 0,-41-6 0,0-2 0,94-6 0,-40-1 0,677 3 0,-766 2 0,0-1 0,1 2 0,-1 1 0,0 0 0,-1 1 0,1 1 0,31 15 0,-45-19 0,1 1 0,0 0 0,-1 0 0,0 0 0,0 1 0,0-1 0,0 1 0,0 0 0,0 0 0,-1 0 0,0 0 0,0 0 0,0 0 0,-1 0 0,1 1 0,-1-1 0,0 1 0,0-1 0,0 1 0,-1 5 0,2 16 0,-1 0 0,-5 39 0,1-16 0,3-9 0,-2-6 0,2-1 0,2 1 0,1-1 0,7 34 0,-4-30 0,-1 1 0,-2-1 0,-2 1 0,-5 50 0,2 4 0,0 26 0,4 123 0,-1-231 0,1 0 0,0 0 0,0 0 0,1 0 0,0-1 0,0 1 0,1-1 0,1 0 0,-1 0 0,1 0 0,1-1 0,0 0 0,0 0 0,1 0 0,-1-1 0,2 0 0,-1 0 0,1-1 0,0 0 0,0 0 0,1-1 0,0 0 0,0 0 0,0-1 0,0 0 0,1-1 0,-1 0 0,1-1 0,0 1 0,13 0 0,126 17 0,-1 1 0,-67-10 0,7 0 0,400-12 0,-482 1 0,1 0 0,-1 0 0,1 1 0,-1 0 0,1 0 0,-1 1 0,1-1 0,-1 2 0,0-1 0,0 0 0,0 1 0,7 5 0,-9-5 0,-1 0 0,0 0 0,0 0 0,0 0 0,0 0 0,-1 1 0,1 0 0,-1-1 0,0 1 0,0 0 0,0 0 0,-1 0 0,1 0 0,-1 0 0,0 0 0,0 0 0,-1 1 0,1-1 0,-1 7 0,0 283 0,-2-120 0,-2-145 0,2 7 0,2-35 0,0 0 0,1 0 0,0 0 0,-1 1 0,1-1 0,0 0 0,-1 0 0,1 0 0,0 0 0,0 0 0,0 0 0,0 0 0,0 0 0,0 0 0,0-1 0,1 1 0,-1 0 0,0-1 0,0 1 0,0-1 0,1 1 0,-1-1 0,0 0 0,1 1 0,1-1 0,64 11 0,0-4 0,0-2 0,114-7 0,-54-1 0,-91 2 0,43-8 0,-43 3 0,46 1 0,78-9 0,-88 6 0,-8-2 0,-37 6 0,51-3 0,-37 6 0,43-8 0,-44 3 0,49 1 0,-43 6 0,-13 0 0,1-1 0,-1-2 0,63-10 0,-74 8 0,1 1 0,37-1 0,-37 4 0,-1-1 0,40-8 0,-3-9 0,-1-2 0,72-35 0,-14 4 0,-87 42 0,1 0 0,47-7 0,-6 2 0,-39 9 0,1 2 0,-1 0 0,1 2 0,33 4 0,6-1 0,-56-1 0,-1 1 0,1 0 0,-1 1 0,29 10 0,-28-7 0,-1-2 0,1 0 0,0-1 0,26 2 0,-22-5-1365,-2 0-5461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7:23.165"/>
    </inkml:context>
    <inkml:brush xml:id="br0">
      <inkml:brushProperty name="width" value="0.1" units="cm"/>
      <inkml:brushProperty name="height" value="0.1" units="cm"/>
    </inkml:brush>
  </inkml:definitions>
  <inkml:trace contextRef="#ctx0" brushRef="#br0">0 0 24575,'55'10'0,"-5"1"0,43-11 0,-64-1 0,0 2 0,0 0 0,56 11 0,-59-7 0,0-2 0,1-1 0,-1-1 0,40-3 0,50 2 0,11 21-1365,-109-21-5461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7:24.749"/>
    </inkml:context>
    <inkml:brush xml:id="br0">
      <inkml:brushProperty name="width" value="0.1" units="cm"/>
      <inkml:brushProperty name="height" value="0.1" units="cm"/>
    </inkml:brush>
  </inkml:definitions>
  <inkml:trace contextRef="#ctx0" brushRef="#br0">1 1 24575,'4'0'0,"4"0"0,5 0 0,4 0 0,2 0 0,2 0 0,1 0 0,0 0 0,0 0 0,0 0 0,0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7:26.821"/>
    </inkml:context>
    <inkml:brush xml:id="br0">
      <inkml:brushProperty name="width" value="0.1" units="cm"/>
      <inkml:brushProperty name="height" value="0.1" units="cm"/>
    </inkml:brush>
  </inkml:definitions>
  <inkml:trace contextRef="#ctx0" brushRef="#br0">0 0 22663,'551'22'0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7:34.689"/>
    </inkml:context>
    <inkml:brush xml:id="br0">
      <inkml:brushProperty name="width" value="0.1" units="cm"/>
      <inkml:brushProperty name="height" value="0.1" units="cm"/>
    </inkml:brush>
  </inkml:definitions>
  <inkml:trace contextRef="#ctx0" brushRef="#br0">0 107 24575,'5'-1'0,"0"0"0,-1 0 0,1-1 0,-1 1 0,1-1 0,-1 0 0,0 0 0,8-6 0,28-10 0,-22 14 0,14-3 0,1 1 0,0 1 0,39 1 0,606 5 0,-655-3 0,0 0 0,0-2 0,37-10 0,-36 8 0,0 0 0,0 2 0,29-2 0,74 7-1365,-109-1-5461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7:38.872"/>
    </inkml:context>
    <inkml:brush xml:id="br0">
      <inkml:brushProperty name="width" value="0.1" units="cm"/>
      <inkml:brushProperty name="height" value="0.1" units="cm"/>
    </inkml:brush>
  </inkml:definitions>
  <inkml:trace contextRef="#ctx0" brushRef="#br0">1 85 24575,'0'-1'0,"1"-1"0,-1 1 0,1 0 0,0-1 0,0 1 0,0 0 0,0-1 0,0 1 0,0 0 0,0 0 0,0 0 0,0 0 0,0 0 0,0 0 0,1 0 0,-1 0 0,1 1 0,-1-1 0,0 0 0,3 0 0,33-13 0,-34 13 0,33-11 0,-1 3 0,1 1 0,0 1 0,1 2 0,0 2 0,42 1 0,1128 2 0,-1187 1 0,-1 1 0,26 6 0,40 3 0,-32-9 0,64 11 0,15 9 0,-78-16 0,0-3 0,86-5 0,-33 0 0,-58 4 0,70 12 0,-118-14 0,33 3 0,47-1 0,-54-2 0,-1 0 0,0 2 0,42 8 0,-58-8 0,-1 0 0,0 1 0,0 0 0,-1 1 0,1-1 0,12 9 0,-17-9 0,0 0 0,-1 1 0,1 0 0,-1-1 0,0 1 0,0 1 0,0-1 0,0 0 0,-1 1 0,0-1 0,0 1 0,0 0 0,2 9 0,16 51 0,-10-36 0,-1 0 0,-1 1 0,-2 0 0,-1 0 0,2 51 0,-8 788 0,3-848 0,0-1 0,7 31 0,1 4 0,-2 0 0,-3-26 0,-1-1 0,0 30 0,-7-12 0,2 44 0,1-84 0,0 0 0,1 1 0,0-1 0,1 0 0,-1 0 0,1 0 0,0 0 0,1 0 0,-1 0 0,7 9 0,-6-12 0,-1-1 0,1 1 0,0-1 0,0 0 0,0 0 0,0 0 0,0-1 0,1 1 0,-1-1 0,0 0 0,1 0 0,-1 0 0,1 0 0,-1 0 0,1-1 0,6 1 0,68-4 0,-46 1 0,158 1-1365,-172 1-5461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7:44.065"/>
    </inkml:context>
    <inkml:brush xml:id="br0">
      <inkml:brushProperty name="width" value="0.1" units="cm"/>
      <inkml:brushProperty name="height" value="0.1" units="cm"/>
    </inkml:brush>
  </inkml:definitions>
  <inkml:trace contextRef="#ctx0" brushRef="#br0">0 0 24342,'721'0'0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7:48.841"/>
    </inkml:context>
    <inkml:brush xml:id="br0">
      <inkml:brushProperty name="width" value="0.1" units="cm"/>
      <inkml:brushProperty name="height" value="0.1" units="cm"/>
    </inkml:brush>
  </inkml:definitions>
  <inkml:trace contextRef="#ctx0" brushRef="#br0">22 2771 24575,'11'-54'0,"-1"3"0,-7-377 0,-5 219 0,4 99 0,-5-118 0,-7 165 0,6 44 0,0 1 0,0-30 0,5-842 0,-2 871 0,-1-1 0,-6-25 0,-3-39 0,12-382-1365,-1 448-5461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7:48:16.978"/>
    </inkml:context>
    <inkml:brush xml:id="br0">
      <inkml:brushProperty name="width" value="0.1" units="cm"/>
      <inkml:brushProperty name="height" value="0.1" units="cm"/>
    </inkml:brush>
  </inkml:definitions>
  <inkml:trace contextRef="#ctx0" brushRef="#br0">0 1 24575</inkml:trace>
</inkml:ink>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extLst>
              <a:ext uri="{BEBA8EAE-BF5A-486C-A8C5-ECC9F3942E4B}">
                <a14:imgProps xmlns:a14="http://schemas.microsoft.com/office/drawing/2010/main">
                  <a14:imgLayer r:embed="rId3">
                    <a14:imgEffect>
                      <a14:saturation sat="275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D0CA-3BCE-0A1D-F485-8302378753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325015-31F1-BD02-FA36-D5CCDBE41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27F385-8D5F-65A5-A48D-ADF57CD78DB6}"/>
              </a:ext>
            </a:extLst>
          </p:cNvPr>
          <p:cNvSpPr>
            <a:spLocks noGrp="1"/>
          </p:cNvSpPr>
          <p:nvPr>
            <p:ph type="dt" sz="half" idx="10"/>
          </p:nvPr>
        </p:nvSpPr>
        <p:spPr/>
        <p:txBody>
          <a:bodyPr/>
          <a:lstStyle/>
          <a:p>
            <a:fld id="{1FE5C2CD-4AA2-44F9-B27F-9C07C1E585CA}" type="datetimeFigureOut">
              <a:rPr lang="en-US" smtClean="0"/>
              <a:t>2/11/2026</a:t>
            </a:fld>
            <a:endParaRPr lang="en-US"/>
          </a:p>
        </p:txBody>
      </p:sp>
      <p:sp>
        <p:nvSpPr>
          <p:cNvPr id="5" name="Footer Placeholder 4">
            <a:extLst>
              <a:ext uri="{FF2B5EF4-FFF2-40B4-BE49-F238E27FC236}">
                <a16:creationId xmlns:a16="http://schemas.microsoft.com/office/drawing/2014/main" id="{0C705DA8-2824-105A-AF43-00ED0F183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A2D8D2-9261-07D7-A126-17BDC6F19DC9}"/>
              </a:ext>
            </a:extLst>
          </p:cNvPr>
          <p:cNvSpPr>
            <a:spLocks noGrp="1"/>
          </p:cNvSpPr>
          <p:nvPr>
            <p:ph type="sldNum" sz="quarter" idx="12"/>
          </p:nvPr>
        </p:nvSpPr>
        <p:spPr/>
        <p:txBody>
          <a:bodyPr/>
          <a:lstStyle/>
          <a:p>
            <a:fld id="{2CC5FBBF-CC4A-4E0E-A1C4-4FB8CCABA156}" type="slidenum">
              <a:rPr lang="en-US" smtClean="0"/>
              <a:t>‹#›</a:t>
            </a:fld>
            <a:endParaRPr lang="en-US"/>
          </a:p>
        </p:txBody>
      </p:sp>
    </p:spTree>
    <p:extLst>
      <p:ext uri="{BB962C8B-B14F-4D97-AF65-F5344CB8AC3E}">
        <p14:creationId xmlns:p14="http://schemas.microsoft.com/office/powerpoint/2010/main" val="2242405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EAC46-BBEF-EE64-6D45-65A61A58AA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6A5623-F1AC-10B5-E3BF-BBF7AA0FE9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BDBC47-8F87-A649-DF0C-BC61CAB09A57}"/>
              </a:ext>
            </a:extLst>
          </p:cNvPr>
          <p:cNvSpPr>
            <a:spLocks noGrp="1"/>
          </p:cNvSpPr>
          <p:nvPr>
            <p:ph type="dt" sz="half" idx="10"/>
          </p:nvPr>
        </p:nvSpPr>
        <p:spPr/>
        <p:txBody>
          <a:bodyPr/>
          <a:lstStyle/>
          <a:p>
            <a:fld id="{1FE5C2CD-4AA2-44F9-B27F-9C07C1E585CA}" type="datetimeFigureOut">
              <a:rPr lang="en-US" smtClean="0"/>
              <a:t>2/11/2026</a:t>
            </a:fld>
            <a:endParaRPr lang="en-US"/>
          </a:p>
        </p:txBody>
      </p:sp>
      <p:sp>
        <p:nvSpPr>
          <p:cNvPr id="5" name="Footer Placeholder 4">
            <a:extLst>
              <a:ext uri="{FF2B5EF4-FFF2-40B4-BE49-F238E27FC236}">
                <a16:creationId xmlns:a16="http://schemas.microsoft.com/office/drawing/2014/main" id="{E9F52056-C273-1E8C-EC1C-9ACD421EE0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CB983-7278-1DDB-5E66-E49DF56766C1}"/>
              </a:ext>
            </a:extLst>
          </p:cNvPr>
          <p:cNvSpPr>
            <a:spLocks noGrp="1"/>
          </p:cNvSpPr>
          <p:nvPr>
            <p:ph type="sldNum" sz="quarter" idx="12"/>
          </p:nvPr>
        </p:nvSpPr>
        <p:spPr/>
        <p:txBody>
          <a:bodyPr/>
          <a:lstStyle/>
          <a:p>
            <a:fld id="{2CC5FBBF-CC4A-4E0E-A1C4-4FB8CCABA156}" type="slidenum">
              <a:rPr lang="en-US" smtClean="0"/>
              <a:t>‹#›</a:t>
            </a:fld>
            <a:endParaRPr lang="en-US"/>
          </a:p>
        </p:txBody>
      </p:sp>
    </p:spTree>
    <p:extLst>
      <p:ext uri="{BB962C8B-B14F-4D97-AF65-F5344CB8AC3E}">
        <p14:creationId xmlns:p14="http://schemas.microsoft.com/office/powerpoint/2010/main" val="3953698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3A53-7E8E-E2B5-CFCA-167422292F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FBD3F3-53CE-46EE-1A79-E7EC6EC555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9CDDCB-930F-0D1E-DF07-50B2E96EE122}"/>
              </a:ext>
            </a:extLst>
          </p:cNvPr>
          <p:cNvSpPr>
            <a:spLocks noGrp="1"/>
          </p:cNvSpPr>
          <p:nvPr>
            <p:ph type="dt" sz="half" idx="10"/>
          </p:nvPr>
        </p:nvSpPr>
        <p:spPr/>
        <p:txBody>
          <a:bodyPr/>
          <a:lstStyle/>
          <a:p>
            <a:fld id="{1FE5C2CD-4AA2-44F9-B27F-9C07C1E585CA}" type="datetimeFigureOut">
              <a:rPr lang="en-US" smtClean="0"/>
              <a:t>2/11/2026</a:t>
            </a:fld>
            <a:endParaRPr lang="en-US"/>
          </a:p>
        </p:txBody>
      </p:sp>
      <p:sp>
        <p:nvSpPr>
          <p:cNvPr id="5" name="Footer Placeholder 4">
            <a:extLst>
              <a:ext uri="{FF2B5EF4-FFF2-40B4-BE49-F238E27FC236}">
                <a16:creationId xmlns:a16="http://schemas.microsoft.com/office/drawing/2014/main" id="{B58FDE0C-3F69-368D-6C75-F838DD5AB1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59D46D-BA31-8B3F-9171-FA11CEDB109C}"/>
              </a:ext>
            </a:extLst>
          </p:cNvPr>
          <p:cNvSpPr>
            <a:spLocks noGrp="1"/>
          </p:cNvSpPr>
          <p:nvPr>
            <p:ph type="sldNum" sz="quarter" idx="12"/>
          </p:nvPr>
        </p:nvSpPr>
        <p:spPr/>
        <p:txBody>
          <a:bodyPr/>
          <a:lstStyle/>
          <a:p>
            <a:fld id="{2CC5FBBF-CC4A-4E0E-A1C4-4FB8CCABA156}" type="slidenum">
              <a:rPr lang="en-US" smtClean="0"/>
              <a:t>‹#›</a:t>
            </a:fld>
            <a:endParaRPr lang="en-US"/>
          </a:p>
        </p:txBody>
      </p:sp>
    </p:spTree>
    <p:extLst>
      <p:ext uri="{BB962C8B-B14F-4D97-AF65-F5344CB8AC3E}">
        <p14:creationId xmlns:p14="http://schemas.microsoft.com/office/powerpoint/2010/main" val="4235288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65E93-7834-076E-5E7A-99A19F946B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25FD44-0503-20DF-DA38-671EA73A57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2CBEBD-3544-F59B-AB82-DCDAEA394D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CABECB-0171-7B0A-0A4A-C49C9F54FCDD}"/>
              </a:ext>
            </a:extLst>
          </p:cNvPr>
          <p:cNvSpPr>
            <a:spLocks noGrp="1"/>
          </p:cNvSpPr>
          <p:nvPr>
            <p:ph type="dt" sz="half" idx="10"/>
          </p:nvPr>
        </p:nvSpPr>
        <p:spPr/>
        <p:txBody>
          <a:bodyPr/>
          <a:lstStyle/>
          <a:p>
            <a:fld id="{1FE5C2CD-4AA2-44F9-B27F-9C07C1E585CA}" type="datetimeFigureOut">
              <a:rPr lang="en-US" smtClean="0"/>
              <a:t>2/11/2026</a:t>
            </a:fld>
            <a:endParaRPr lang="en-US"/>
          </a:p>
        </p:txBody>
      </p:sp>
      <p:sp>
        <p:nvSpPr>
          <p:cNvPr id="6" name="Footer Placeholder 5">
            <a:extLst>
              <a:ext uri="{FF2B5EF4-FFF2-40B4-BE49-F238E27FC236}">
                <a16:creationId xmlns:a16="http://schemas.microsoft.com/office/drawing/2014/main" id="{77574BEE-359E-6219-52D3-E36CF5CEE0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416F2-45A6-2BC6-7313-56CB9F0133FA}"/>
              </a:ext>
            </a:extLst>
          </p:cNvPr>
          <p:cNvSpPr>
            <a:spLocks noGrp="1"/>
          </p:cNvSpPr>
          <p:nvPr>
            <p:ph type="sldNum" sz="quarter" idx="12"/>
          </p:nvPr>
        </p:nvSpPr>
        <p:spPr/>
        <p:txBody>
          <a:bodyPr/>
          <a:lstStyle/>
          <a:p>
            <a:fld id="{2CC5FBBF-CC4A-4E0E-A1C4-4FB8CCABA156}" type="slidenum">
              <a:rPr lang="en-US" smtClean="0"/>
              <a:t>‹#›</a:t>
            </a:fld>
            <a:endParaRPr lang="en-US"/>
          </a:p>
        </p:txBody>
      </p:sp>
    </p:spTree>
    <p:extLst>
      <p:ext uri="{BB962C8B-B14F-4D97-AF65-F5344CB8AC3E}">
        <p14:creationId xmlns:p14="http://schemas.microsoft.com/office/powerpoint/2010/main" val="1357020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E4EF5-3EF8-5F76-6D3D-5B4FFC3ECF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AD81DB-7EAE-ED50-D80D-0B4FAEF332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2B768B-92C6-F9DB-8BCD-F6B49A019B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D12C29-918A-32C9-F020-8954C20AB4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3DE09B-B648-3EE5-5164-0101273029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1A4DD9-0DA4-6B22-3E05-BA72D8B53D81}"/>
              </a:ext>
            </a:extLst>
          </p:cNvPr>
          <p:cNvSpPr>
            <a:spLocks noGrp="1"/>
          </p:cNvSpPr>
          <p:nvPr>
            <p:ph type="dt" sz="half" idx="10"/>
          </p:nvPr>
        </p:nvSpPr>
        <p:spPr/>
        <p:txBody>
          <a:bodyPr/>
          <a:lstStyle/>
          <a:p>
            <a:fld id="{1FE5C2CD-4AA2-44F9-B27F-9C07C1E585CA}" type="datetimeFigureOut">
              <a:rPr lang="en-US" smtClean="0"/>
              <a:t>2/11/2026</a:t>
            </a:fld>
            <a:endParaRPr lang="en-US"/>
          </a:p>
        </p:txBody>
      </p:sp>
      <p:sp>
        <p:nvSpPr>
          <p:cNvPr id="8" name="Footer Placeholder 7">
            <a:extLst>
              <a:ext uri="{FF2B5EF4-FFF2-40B4-BE49-F238E27FC236}">
                <a16:creationId xmlns:a16="http://schemas.microsoft.com/office/drawing/2014/main" id="{28CC7FEA-1373-DA82-7415-7A602F4910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C049C1-94AC-F8D4-D0F3-D4EF4E98B1C1}"/>
              </a:ext>
            </a:extLst>
          </p:cNvPr>
          <p:cNvSpPr>
            <a:spLocks noGrp="1"/>
          </p:cNvSpPr>
          <p:nvPr>
            <p:ph type="sldNum" sz="quarter" idx="12"/>
          </p:nvPr>
        </p:nvSpPr>
        <p:spPr/>
        <p:txBody>
          <a:bodyPr/>
          <a:lstStyle/>
          <a:p>
            <a:fld id="{2CC5FBBF-CC4A-4E0E-A1C4-4FB8CCABA156}" type="slidenum">
              <a:rPr lang="en-US" smtClean="0"/>
              <a:t>‹#›</a:t>
            </a:fld>
            <a:endParaRPr lang="en-US"/>
          </a:p>
        </p:txBody>
      </p:sp>
    </p:spTree>
    <p:extLst>
      <p:ext uri="{BB962C8B-B14F-4D97-AF65-F5344CB8AC3E}">
        <p14:creationId xmlns:p14="http://schemas.microsoft.com/office/powerpoint/2010/main" val="1369176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CFD78-22C3-3290-A6C3-C344137EAD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874E5F-E757-1878-2641-98ADF38A9F99}"/>
              </a:ext>
            </a:extLst>
          </p:cNvPr>
          <p:cNvSpPr>
            <a:spLocks noGrp="1"/>
          </p:cNvSpPr>
          <p:nvPr>
            <p:ph type="dt" sz="half" idx="10"/>
          </p:nvPr>
        </p:nvSpPr>
        <p:spPr/>
        <p:txBody>
          <a:bodyPr/>
          <a:lstStyle/>
          <a:p>
            <a:fld id="{1FE5C2CD-4AA2-44F9-B27F-9C07C1E585CA}" type="datetimeFigureOut">
              <a:rPr lang="en-US" smtClean="0"/>
              <a:t>2/11/2026</a:t>
            </a:fld>
            <a:endParaRPr lang="en-US"/>
          </a:p>
        </p:txBody>
      </p:sp>
      <p:sp>
        <p:nvSpPr>
          <p:cNvPr id="4" name="Footer Placeholder 3">
            <a:extLst>
              <a:ext uri="{FF2B5EF4-FFF2-40B4-BE49-F238E27FC236}">
                <a16:creationId xmlns:a16="http://schemas.microsoft.com/office/drawing/2014/main" id="{1AD364F0-C787-7040-8CB2-8A541DF351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3A4D62-99BD-184F-6642-4DC0509D62BD}"/>
              </a:ext>
            </a:extLst>
          </p:cNvPr>
          <p:cNvSpPr>
            <a:spLocks noGrp="1"/>
          </p:cNvSpPr>
          <p:nvPr>
            <p:ph type="sldNum" sz="quarter" idx="12"/>
          </p:nvPr>
        </p:nvSpPr>
        <p:spPr/>
        <p:txBody>
          <a:bodyPr/>
          <a:lstStyle/>
          <a:p>
            <a:fld id="{2CC5FBBF-CC4A-4E0E-A1C4-4FB8CCABA156}" type="slidenum">
              <a:rPr lang="en-US" smtClean="0"/>
              <a:t>‹#›</a:t>
            </a:fld>
            <a:endParaRPr lang="en-US"/>
          </a:p>
        </p:txBody>
      </p:sp>
    </p:spTree>
    <p:extLst>
      <p:ext uri="{BB962C8B-B14F-4D97-AF65-F5344CB8AC3E}">
        <p14:creationId xmlns:p14="http://schemas.microsoft.com/office/powerpoint/2010/main" val="79178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FED11E-5CDB-EFBF-8F26-BEC02D98656A}"/>
              </a:ext>
            </a:extLst>
          </p:cNvPr>
          <p:cNvSpPr>
            <a:spLocks noGrp="1"/>
          </p:cNvSpPr>
          <p:nvPr>
            <p:ph type="dt" sz="half" idx="10"/>
          </p:nvPr>
        </p:nvSpPr>
        <p:spPr/>
        <p:txBody>
          <a:bodyPr/>
          <a:lstStyle/>
          <a:p>
            <a:fld id="{1FE5C2CD-4AA2-44F9-B27F-9C07C1E585CA}" type="datetimeFigureOut">
              <a:rPr lang="en-US" smtClean="0"/>
              <a:t>2/11/2026</a:t>
            </a:fld>
            <a:endParaRPr lang="en-US"/>
          </a:p>
        </p:txBody>
      </p:sp>
      <p:sp>
        <p:nvSpPr>
          <p:cNvPr id="3" name="Footer Placeholder 2">
            <a:extLst>
              <a:ext uri="{FF2B5EF4-FFF2-40B4-BE49-F238E27FC236}">
                <a16:creationId xmlns:a16="http://schemas.microsoft.com/office/drawing/2014/main" id="{2E7A5698-CAAD-1E8E-7E1B-A5C6CE2C26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9076D1-F609-04C4-6994-91570AD815C8}"/>
              </a:ext>
            </a:extLst>
          </p:cNvPr>
          <p:cNvSpPr>
            <a:spLocks noGrp="1"/>
          </p:cNvSpPr>
          <p:nvPr>
            <p:ph type="sldNum" sz="quarter" idx="12"/>
          </p:nvPr>
        </p:nvSpPr>
        <p:spPr/>
        <p:txBody>
          <a:bodyPr/>
          <a:lstStyle/>
          <a:p>
            <a:fld id="{2CC5FBBF-CC4A-4E0E-A1C4-4FB8CCABA156}" type="slidenum">
              <a:rPr lang="en-US" smtClean="0"/>
              <a:t>‹#›</a:t>
            </a:fld>
            <a:endParaRPr lang="en-US"/>
          </a:p>
        </p:txBody>
      </p:sp>
    </p:spTree>
    <p:extLst>
      <p:ext uri="{BB962C8B-B14F-4D97-AF65-F5344CB8AC3E}">
        <p14:creationId xmlns:p14="http://schemas.microsoft.com/office/powerpoint/2010/main" val="3971298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5330F-35D6-8906-7817-A217F71EAE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3AF6F9-991F-422D-DFF5-75D7E970B6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5866D6-E74D-0DC2-D6E6-A02739DCB5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F5CB54-3619-8481-CA71-F0FEC54E1BC2}"/>
              </a:ext>
            </a:extLst>
          </p:cNvPr>
          <p:cNvSpPr>
            <a:spLocks noGrp="1"/>
          </p:cNvSpPr>
          <p:nvPr>
            <p:ph type="dt" sz="half" idx="10"/>
          </p:nvPr>
        </p:nvSpPr>
        <p:spPr/>
        <p:txBody>
          <a:bodyPr/>
          <a:lstStyle/>
          <a:p>
            <a:fld id="{1FE5C2CD-4AA2-44F9-B27F-9C07C1E585CA}" type="datetimeFigureOut">
              <a:rPr lang="en-US" smtClean="0"/>
              <a:t>2/11/2026</a:t>
            </a:fld>
            <a:endParaRPr lang="en-US"/>
          </a:p>
        </p:txBody>
      </p:sp>
      <p:sp>
        <p:nvSpPr>
          <p:cNvPr id="6" name="Footer Placeholder 5">
            <a:extLst>
              <a:ext uri="{FF2B5EF4-FFF2-40B4-BE49-F238E27FC236}">
                <a16:creationId xmlns:a16="http://schemas.microsoft.com/office/drawing/2014/main" id="{3C53F543-94E3-7023-CCCA-7E4614B43B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64F269-1019-26CD-5F79-94C9DAA0950D}"/>
              </a:ext>
            </a:extLst>
          </p:cNvPr>
          <p:cNvSpPr>
            <a:spLocks noGrp="1"/>
          </p:cNvSpPr>
          <p:nvPr>
            <p:ph type="sldNum" sz="quarter" idx="12"/>
          </p:nvPr>
        </p:nvSpPr>
        <p:spPr/>
        <p:txBody>
          <a:bodyPr/>
          <a:lstStyle/>
          <a:p>
            <a:fld id="{2CC5FBBF-CC4A-4E0E-A1C4-4FB8CCABA156}" type="slidenum">
              <a:rPr lang="en-US" smtClean="0"/>
              <a:t>‹#›</a:t>
            </a:fld>
            <a:endParaRPr lang="en-US"/>
          </a:p>
        </p:txBody>
      </p:sp>
    </p:spTree>
    <p:extLst>
      <p:ext uri="{BB962C8B-B14F-4D97-AF65-F5344CB8AC3E}">
        <p14:creationId xmlns:p14="http://schemas.microsoft.com/office/powerpoint/2010/main" val="2666548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0606B-99A3-07AA-C169-9ABBA1C972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D57044-D763-45B4-8F92-FEE6B73969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1BFABF-D6BE-01AD-4605-E9E8DC66F1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F7417E-6592-53C5-527B-F719B733066D}"/>
              </a:ext>
            </a:extLst>
          </p:cNvPr>
          <p:cNvSpPr>
            <a:spLocks noGrp="1"/>
          </p:cNvSpPr>
          <p:nvPr>
            <p:ph type="dt" sz="half" idx="10"/>
          </p:nvPr>
        </p:nvSpPr>
        <p:spPr/>
        <p:txBody>
          <a:bodyPr/>
          <a:lstStyle/>
          <a:p>
            <a:fld id="{1FE5C2CD-4AA2-44F9-B27F-9C07C1E585CA}" type="datetimeFigureOut">
              <a:rPr lang="en-US" smtClean="0"/>
              <a:t>2/11/2026</a:t>
            </a:fld>
            <a:endParaRPr lang="en-US"/>
          </a:p>
        </p:txBody>
      </p:sp>
      <p:sp>
        <p:nvSpPr>
          <p:cNvPr id="6" name="Footer Placeholder 5">
            <a:extLst>
              <a:ext uri="{FF2B5EF4-FFF2-40B4-BE49-F238E27FC236}">
                <a16:creationId xmlns:a16="http://schemas.microsoft.com/office/drawing/2014/main" id="{60DCA549-8E36-4BD4-CB9A-AB5E2C0010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FB0CA7-35F8-FD8D-48B5-86DFEC409C61}"/>
              </a:ext>
            </a:extLst>
          </p:cNvPr>
          <p:cNvSpPr>
            <a:spLocks noGrp="1"/>
          </p:cNvSpPr>
          <p:nvPr>
            <p:ph type="sldNum" sz="quarter" idx="12"/>
          </p:nvPr>
        </p:nvSpPr>
        <p:spPr/>
        <p:txBody>
          <a:bodyPr/>
          <a:lstStyle/>
          <a:p>
            <a:fld id="{2CC5FBBF-CC4A-4E0E-A1C4-4FB8CCABA156}" type="slidenum">
              <a:rPr lang="en-US" smtClean="0"/>
              <a:t>‹#›</a:t>
            </a:fld>
            <a:endParaRPr lang="en-US"/>
          </a:p>
        </p:txBody>
      </p:sp>
    </p:spTree>
    <p:extLst>
      <p:ext uri="{BB962C8B-B14F-4D97-AF65-F5344CB8AC3E}">
        <p14:creationId xmlns:p14="http://schemas.microsoft.com/office/powerpoint/2010/main" val="2457325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901B6-A02C-0F35-F6FF-DCA24C75BC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3CB7E8-33DC-44EC-226E-0A1374C8CE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5A434-2A30-5BDF-12FF-76FA790BB0F2}"/>
              </a:ext>
            </a:extLst>
          </p:cNvPr>
          <p:cNvSpPr>
            <a:spLocks noGrp="1"/>
          </p:cNvSpPr>
          <p:nvPr>
            <p:ph type="dt" sz="half" idx="10"/>
          </p:nvPr>
        </p:nvSpPr>
        <p:spPr/>
        <p:txBody>
          <a:bodyPr/>
          <a:lstStyle/>
          <a:p>
            <a:fld id="{1FE5C2CD-4AA2-44F9-B27F-9C07C1E585CA}" type="datetimeFigureOut">
              <a:rPr lang="en-US" smtClean="0"/>
              <a:t>2/11/2026</a:t>
            </a:fld>
            <a:endParaRPr lang="en-US"/>
          </a:p>
        </p:txBody>
      </p:sp>
      <p:sp>
        <p:nvSpPr>
          <p:cNvPr id="5" name="Footer Placeholder 4">
            <a:extLst>
              <a:ext uri="{FF2B5EF4-FFF2-40B4-BE49-F238E27FC236}">
                <a16:creationId xmlns:a16="http://schemas.microsoft.com/office/drawing/2014/main" id="{5EA4A080-EE7B-79CA-ACD7-AC7C9547AF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286D7-96D9-13B1-E0C9-B4EC49C4D718}"/>
              </a:ext>
            </a:extLst>
          </p:cNvPr>
          <p:cNvSpPr>
            <a:spLocks noGrp="1"/>
          </p:cNvSpPr>
          <p:nvPr>
            <p:ph type="sldNum" sz="quarter" idx="12"/>
          </p:nvPr>
        </p:nvSpPr>
        <p:spPr/>
        <p:txBody>
          <a:bodyPr/>
          <a:lstStyle/>
          <a:p>
            <a:fld id="{2CC5FBBF-CC4A-4E0E-A1C4-4FB8CCABA156}" type="slidenum">
              <a:rPr lang="en-US" smtClean="0"/>
              <a:t>‹#›</a:t>
            </a:fld>
            <a:endParaRPr lang="en-US"/>
          </a:p>
        </p:txBody>
      </p:sp>
    </p:spTree>
    <p:extLst>
      <p:ext uri="{BB962C8B-B14F-4D97-AF65-F5344CB8AC3E}">
        <p14:creationId xmlns:p14="http://schemas.microsoft.com/office/powerpoint/2010/main" val="3032925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66D471-C786-782F-FA02-10388C6172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027CDE-1603-C332-73BA-BB98F19C49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E7CD59-DD7D-B581-F9F3-B627D0C9368D}"/>
              </a:ext>
            </a:extLst>
          </p:cNvPr>
          <p:cNvSpPr>
            <a:spLocks noGrp="1"/>
          </p:cNvSpPr>
          <p:nvPr>
            <p:ph type="dt" sz="half" idx="10"/>
          </p:nvPr>
        </p:nvSpPr>
        <p:spPr/>
        <p:txBody>
          <a:bodyPr/>
          <a:lstStyle/>
          <a:p>
            <a:fld id="{1FE5C2CD-4AA2-44F9-B27F-9C07C1E585CA}" type="datetimeFigureOut">
              <a:rPr lang="en-US" smtClean="0"/>
              <a:t>2/11/2026</a:t>
            </a:fld>
            <a:endParaRPr lang="en-US"/>
          </a:p>
        </p:txBody>
      </p:sp>
      <p:sp>
        <p:nvSpPr>
          <p:cNvPr id="5" name="Footer Placeholder 4">
            <a:extLst>
              <a:ext uri="{FF2B5EF4-FFF2-40B4-BE49-F238E27FC236}">
                <a16:creationId xmlns:a16="http://schemas.microsoft.com/office/drawing/2014/main" id="{53A4DAB8-E6E4-D85C-7254-1978F602B9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AAB63A-54F0-507A-B3E1-8C23747BAFBC}"/>
              </a:ext>
            </a:extLst>
          </p:cNvPr>
          <p:cNvSpPr>
            <a:spLocks noGrp="1"/>
          </p:cNvSpPr>
          <p:nvPr>
            <p:ph type="sldNum" sz="quarter" idx="12"/>
          </p:nvPr>
        </p:nvSpPr>
        <p:spPr/>
        <p:txBody>
          <a:bodyPr/>
          <a:lstStyle/>
          <a:p>
            <a:fld id="{2CC5FBBF-CC4A-4E0E-A1C4-4FB8CCABA156}" type="slidenum">
              <a:rPr lang="en-US" smtClean="0"/>
              <a:t>‹#›</a:t>
            </a:fld>
            <a:endParaRPr lang="en-US"/>
          </a:p>
        </p:txBody>
      </p:sp>
    </p:spTree>
    <p:extLst>
      <p:ext uri="{BB962C8B-B14F-4D97-AF65-F5344CB8AC3E}">
        <p14:creationId xmlns:p14="http://schemas.microsoft.com/office/powerpoint/2010/main" val="3317492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D8545-0E35-0132-4BBD-724368BCAB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5152DF-2553-42EC-63D3-68442E21C4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44CC83-89E3-AA64-7210-54D169DD02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E5C2CD-4AA2-44F9-B27F-9C07C1E585CA}" type="datetimeFigureOut">
              <a:rPr lang="en-US" smtClean="0"/>
              <a:t>2/11/2026</a:t>
            </a:fld>
            <a:endParaRPr lang="en-US"/>
          </a:p>
        </p:txBody>
      </p:sp>
      <p:sp>
        <p:nvSpPr>
          <p:cNvPr id="5" name="Footer Placeholder 4">
            <a:extLst>
              <a:ext uri="{FF2B5EF4-FFF2-40B4-BE49-F238E27FC236}">
                <a16:creationId xmlns:a16="http://schemas.microsoft.com/office/drawing/2014/main" id="{DDCE6333-76F2-B632-447C-CB390E4638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5B80195-D9F7-BBCB-E28C-20F51F84EA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C5FBBF-CC4A-4E0E-A1C4-4FB8CCABA156}" type="slidenum">
              <a:rPr lang="en-US" smtClean="0"/>
              <a:t>‹#›</a:t>
            </a:fld>
            <a:endParaRPr lang="en-US"/>
          </a:p>
        </p:txBody>
      </p:sp>
    </p:spTree>
    <p:extLst>
      <p:ext uri="{BB962C8B-B14F-4D97-AF65-F5344CB8AC3E}">
        <p14:creationId xmlns:p14="http://schemas.microsoft.com/office/powerpoint/2010/main" val="1945822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6" Type="http://schemas.openxmlformats.org/officeDocument/2006/relationships/customXml" Target="../ink/ink3.xml"/><Relationship Id="rId21" Type="http://schemas.openxmlformats.org/officeDocument/2006/relationships/image" Target="../media/image23.png"/><Relationship Id="rId42" Type="http://schemas.openxmlformats.org/officeDocument/2006/relationships/customXml" Target="../ink/ink11.xml"/><Relationship Id="rId47" Type="http://schemas.openxmlformats.org/officeDocument/2006/relationships/image" Target="../media/image36.png"/><Relationship Id="rId63" Type="http://schemas.openxmlformats.org/officeDocument/2006/relationships/image" Target="../media/image44.png"/><Relationship Id="rId68" Type="http://schemas.openxmlformats.org/officeDocument/2006/relationships/customXml" Target="../ink/ink24.xml"/><Relationship Id="rId84" Type="http://schemas.openxmlformats.org/officeDocument/2006/relationships/customXml" Target="../ink/ink32.xml"/><Relationship Id="rId89" Type="http://schemas.openxmlformats.org/officeDocument/2006/relationships/image" Target="../media/image57.png"/><Relationship Id="rId112" Type="http://schemas.openxmlformats.org/officeDocument/2006/relationships/customXml" Target="../ink/ink46.xml"/><Relationship Id="rId16" Type="http://schemas.openxmlformats.org/officeDocument/2006/relationships/image" Target="../media/image18.png"/><Relationship Id="rId107" Type="http://schemas.openxmlformats.org/officeDocument/2006/relationships/image" Target="../media/image66.png"/><Relationship Id="rId11" Type="http://schemas.openxmlformats.org/officeDocument/2006/relationships/image" Target="../media/image13.png"/><Relationship Id="rId32" Type="http://schemas.openxmlformats.org/officeDocument/2006/relationships/customXml" Target="../ink/ink6.xml"/><Relationship Id="rId37" Type="http://schemas.openxmlformats.org/officeDocument/2006/relationships/image" Target="../media/image31.png"/><Relationship Id="rId53" Type="http://schemas.openxmlformats.org/officeDocument/2006/relationships/image" Target="../media/image39.png"/><Relationship Id="rId58" Type="http://schemas.openxmlformats.org/officeDocument/2006/relationships/customXml" Target="../ink/ink19.xml"/><Relationship Id="rId74" Type="http://schemas.openxmlformats.org/officeDocument/2006/relationships/customXml" Target="../ink/ink27.xml"/><Relationship Id="rId79" Type="http://schemas.openxmlformats.org/officeDocument/2006/relationships/image" Target="../media/image52.png"/><Relationship Id="rId102" Type="http://schemas.openxmlformats.org/officeDocument/2006/relationships/customXml" Target="../ink/ink41.xml"/><Relationship Id="rId5" Type="http://schemas.openxmlformats.org/officeDocument/2006/relationships/image" Target="../media/image7.png"/><Relationship Id="rId90" Type="http://schemas.openxmlformats.org/officeDocument/2006/relationships/customXml" Target="../ink/ink35.xml"/><Relationship Id="rId95" Type="http://schemas.openxmlformats.org/officeDocument/2006/relationships/image" Target="../media/image60.png"/><Relationship Id="rId22" Type="http://schemas.openxmlformats.org/officeDocument/2006/relationships/customXml" Target="../ink/ink1.xml"/><Relationship Id="rId27" Type="http://schemas.openxmlformats.org/officeDocument/2006/relationships/image" Target="../media/image26.png"/><Relationship Id="rId43" Type="http://schemas.openxmlformats.org/officeDocument/2006/relationships/image" Target="../media/image34.png"/><Relationship Id="rId48" Type="http://schemas.openxmlformats.org/officeDocument/2006/relationships/customXml" Target="../ink/ink14.xml"/><Relationship Id="rId64" Type="http://schemas.openxmlformats.org/officeDocument/2006/relationships/customXml" Target="../ink/ink22.xml"/><Relationship Id="rId69" Type="http://schemas.openxmlformats.org/officeDocument/2006/relationships/image" Target="../media/image47.png"/><Relationship Id="rId113" Type="http://schemas.openxmlformats.org/officeDocument/2006/relationships/image" Target="../media/image69.png"/><Relationship Id="rId80" Type="http://schemas.openxmlformats.org/officeDocument/2006/relationships/customXml" Target="../ink/ink30.xml"/><Relationship Id="rId85" Type="http://schemas.openxmlformats.org/officeDocument/2006/relationships/image" Target="../media/image55.png"/><Relationship Id="rId12" Type="http://schemas.openxmlformats.org/officeDocument/2006/relationships/image" Target="../media/image14.png"/><Relationship Id="rId17" Type="http://schemas.openxmlformats.org/officeDocument/2006/relationships/image" Target="../media/image19.png"/><Relationship Id="rId33" Type="http://schemas.openxmlformats.org/officeDocument/2006/relationships/image" Target="../media/image29.png"/><Relationship Id="rId38" Type="http://schemas.openxmlformats.org/officeDocument/2006/relationships/customXml" Target="../ink/ink9.xml"/><Relationship Id="rId59" Type="http://schemas.openxmlformats.org/officeDocument/2006/relationships/image" Target="../media/image42.png"/><Relationship Id="rId103" Type="http://schemas.openxmlformats.org/officeDocument/2006/relationships/image" Target="../media/image64.png"/><Relationship Id="rId108" Type="http://schemas.openxmlformats.org/officeDocument/2006/relationships/customXml" Target="../ink/ink44.xml"/><Relationship Id="rId54" Type="http://schemas.openxmlformats.org/officeDocument/2006/relationships/customXml" Target="../ink/ink17.xml"/><Relationship Id="rId70" Type="http://schemas.openxmlformats.org/officeDocument/2006/relationships/customXml" Target="../ink/ink25.xml"/><Relationship Id="rId75" Type="http://schemas.openxmlformats.org/officeDocument/2006/relationships/image" Target="../media/image50.png"/><Relationship Id="rId91" Type="http://schemas.openxmlformats.org/officeDocument/2006/relationships/image" Target="../media/image58.png"/><Relationship Id="rId96" Type="http://schemas.openxmlformats.org/officeDocument/2006/relationships/customXml" Target="../ink/ink38.xml"/><Relationship Id="rId1" Type="http://schemas.openxmlformats.org/officeDocument/2006/relationships/slideLayout" Target="../slideLayouts/slideLayout1.xml"/><Relationship Id="rId6" Type="http://schemas.openxmlformats.org/officeDocument/2006/relationships/image" Target="../media/image8.png"/><Relationship Id="rId15" Type="http://schemas.openxmlformats.org/officeDocument/2006/relationships/image" Target="../media/image17.png"/><Relationship Id="rId23" Type="http://schemas.openxmlformats.org/officeDocument/2006/relationships/image" Target="../media/image24.png"/><Relationship Id="rId28" Type="http://schemas.openxmlformats.org/officeDocument/2006/relationships/customXml" Target="../ink/ink4.xml"/><Relationship Id="rId36" Type="http://schemas.openxmlformats.org/officeDocument/2006/relationships/customXml" Target="../ink/ink8.xml"/><Relationship Id="rId49" Type="http://schemas.openxmlformats.org/officeDocument/2006/relationships/image" Target="../media/image37.png"/><Relationship Id="rId57" Type="http://schemas.openxmlformats.org/officeDocument/2006/relationships/image" Target="../media/image41.png"/><Relationship Id="rId106" Type="http://schemas.openxmlformats.org/officeDocument/2006/relationships/customXml" Target="../ink/ink43.xml"/><Relationship Id="rId10" Type="http://schemas.openxmlformats.org/officeDocument/2006/relationships/image" Target="../media/image12.png"/><Relationship Id="rId31" Type="http://schemas.openxmlformats.org/officeDocument/2006/relationships/image" Target="../media/image28.png"/><Relationship Id="rId44" Type="http://schemas.openxmlformats.org/officeDocument/2006/relationships/customXml" Target="../ink/ink12.xml"/><Relationship Id="rId52" Type="http://schemas.openxmlformats.org/officeDocument/2006/relationships/customXml" Target="../ink/ink16.xml"/><Relationship Id="rId60" Type="http://schemas.openxmlformats.org/officeDocument/2006/relationships/customXml" Target="../ink/ink20.xml"/><Relationship Id="rId65" Type="http://schemas.openxmlformats.org/officeDocument/2006/relationships/image" Target="../media/image45.png"/><Relationship Id="rId73" Type="http://schemas.openxmlformats.org/officeDocument/2006/relationships/image" Target="../media/image49.png"/><Relationship Id="rId78" Type="http://schemas.openxmlformats.org/officeDocument/2006/relationships/customXml" Target="../ink/ink29.xml"/><Relationship Id="rId81" Type="http://schemas.openxmlformats.org/officeDocument/2006/relationships/image" Target="../media/image53.png"/><Relationship Id="rId86" Type="http://schemas.openxmlformats.org/officeDocument/2006/relationships/customXml" Target="../ink/ink33.xml"/><Relationship Id="rId94" Type="http://schemas.openxmlformats.org/officeDocument/2006/relationships/customXml" Target="../ink/ink37.xml"/><Relationship Id="rId99" Type="http://schemas.openxmlformats.org/officeDocument/2006/relationships/image" Target="../media/image62.png"/><Relationship Id="rId101" Type="http://schemas.openxmlformats.org/officeDocument/2006/relationships/image" Target="../media/image63.png"/><Relationship Id="rId4" Type="http://schemas.openxmlformats.org/officeDocument/2006/relationships/image" Target="../media/image6.png"/><Relationship Id="rId9" Type="http://schemas.openxmlformats.org/officeDocument/2006/relationships/image" Target="../media/image11.png"/><Relationship Id="rId13" Type="http://schemas.openxmlformats.org/officeDocument/2006/relationships/image" Target="../media/image15.png"/><Relationship Id="rId18" Type="http://schemas.openxmlformats.org/officeDocument/2006/relationships/image" Target="../media/image20.png"/><Relationship Id="rId39" Type="http://schemas.openxmlformats.org/officeDocument/2006/relationships/image" Target="../media/image32.png"/><Relationship Id="rId109" Type="http://schemas.openxmlformats.org/officeDocument/2006/relationships/image" Target="../media/image67.png"/><Relationship Id="rId34" Type="http://schemas.openxmlformats.org/officeDocument/2006/relationships/customXml" Target="../ink/ink7.xml"/><Relationship Id="rId50" Type="http://schemas.openxmlformats.org/officeDocument/2006/relationships/customXml" Target="../ink/ink15.xml"/><Relationship Id="rId55" Type="http://schemas.openxmlformats.org/officeDocument/2006/relationships/image" Target="../media/image40.png"/><Relationship Id="rId76" Type="http://schemas.openxmlformats.org/officeDocument/2006/relationships/customXml" Target="../ink/ink28.xml"/><Relationship Id="rId97" Type="http://schemas.openxmlformats.org/officeDocument/2006/relationships/image" Target="../media/image61.png"/><Relationship Id="rId104" Type="http://schemas.openxmlformats.org/officeDocument/2006/relationships/customXml" Target="../ink/ink42.xml"/><Relationship Id="rId7" Type="http://schemas.openxmlformats.org/officeDocument/2006/relationships/image" Target="../media/image9.png"/><Relationship Id="rId71" Type="http://schemas.openxmlformats.org/officeDocument/2006/relationships/image" Target="../media/image48.png"/><Relationship Id="rId92" Type="http://schemas.openxmlformats.org/officeDocument/2006/relationships/customXml" Target="../ink/ink36.xml"/><Relationship Id="rId2" Type="http://schemas.openxmlformats.org/officeDocument/2006/relationships/image" Target="../media/image4.png"/><Relationship Id="rId29" Type="http://schemas.openxmlformats.org/officeDocument/2006/relationships/image" Target="../media/image27.png"/><Relationship Id="rId24" Type="http://schemas.openxmlformats.org/officeDocument/2006/relationships/customXml" Target="../ink/ink2.xml"/><Relationship Id="rId40" Type="http://schemas.openxmlformats.org/officeDocument/2006/relationships/customXml" Target="../ink/ink10.xml"/><Relationship Id="rId45" Type="http://schemas.openxmlformats.org/officeDocument/2006/relationships/image" Target="../media/image35.png"/><Relationship Id="rId66" Type="http://schemas.openxmlformats.org/officeDocument/2006/relationships/customXml" Target="../ink/ink23.xml"/><Relationship Id="rId87" Type="http://schemas.openxmlformats.org/officeDocument/2006/relationships/image" Target="../media/image56.png"/><Relationship Id="rId110" Type="http://schemas.openxmlformats.org/officeDocument/2006/relationships/customXml" Target="../ink/ink45.xml"/><Relationship Id="rId61" Type="http://schemas.openxmlformats.org/officeDocument/2006/relationships/image" Target="../media/image43.png"/><Relationship Id="rId82" Type="http://schemas.openxmlformats.org/officeDocument/2006/relationships/customXml" Target="../ink/ink31.xml"/><Relationship Id="rId19" Type="http://schemas.openxmlformats.org/officeDocument/2006/relationships/image" Target="../media/image21.png"/><Relationship Id="rId14" Type="http://schemas.openxmlformats.org/officeDocument/2006/relationships/image" Target="../media/image16.png"/><Relationship Id="rId30" Type="http://schemas.openxmlformats.org/officeDocument/2006/relationships/customXml" Target="../ink/ink5.xml"/><Relationship Id="rId35" Type="http://schemas.openxmlformats.org/officeDocument/2006/relationships/image" Target="../media/image30.png"/><Relationship Id="rId56" Type="http://schemas.openxmlformats.org/officeDocument/2006/relationships/customXml" Target="../ink/ink18.xml"/><Relationship Id="rId77" Type="http://schemas.openxmlformats.org/officeDocument/2006/relationships/image" Target="../media/image51.png"/><Relationship Id="rId100" Type="http://schemas.openxmlformats.org/officeDocument/2006/relationships/customXml" Target="../ink/ink40.xml"/><Relationship Id="rId105" Type="http://schemas.openxmlformats.org/officeDocument/2006/relationships/image" Target="../media/image65.png"/><Relationship Id="rId8" Type="http://schemas.openxmlformats.org/officeDocument/2006/relationships/image" Target="../media/image10.png"/><Relationship Id="rId51" Type="http://schemas.openxmlformats.org/officeDocument/2006/relationships/image" Target="../media/image38.png"/><Relationship Id="rId72" Type="http://schemas.openxmlformats.org/officeDocument/2006/relationships/customXml" Target="../ink/ink26.xml"/><Relationship Id="rId93" Type="http://schemas.openxmlformats.org/officeDocument/2006/relationships/image" Target="../media/image59.png"/><Relationship Id="rId98" Type="http://schemas.openxmlformats.org/officeDocument/2006/relationships/customXml" Target="../ink/ink39.xml"/><Relationship Id="rId3" Type="http://schemas.openxmlformats.org/officeDocument/2006/relationships/image" Target="../media/image5.png"/><Relationship Id="rId25" Type="http://schemas.openxmlformats.org/officeDocument/2006/relationships/image" Target="../media/image25.png"/><Relationship Id="rId46" Type="http://schemas.openxmlformats.org/officeDocument/2006/relationships/customXml" Target="../ink/ink13.xml"/><Relationship Id="rId67" Type="http://schemas.openxmlformats.org/officeDocument/2006/relationships/image" Target="../media/image46.png"/><Relationship Id="rId20" Type="http://schemas.openxmlformats.org/officeDocument/2006/relationships/image" Target="../media/image22.png"/><Relationship Id="rId41" Type="http://schemas.openxmlformats.org/officeDocument/2006/relationships/image" Target="../media/image33.png"/><Relationship Id="rId62" Type="http://schemas.openxmlformats.org/officeDocument/2006/relationships/customXml" Target="../ink/ink21.xml"/><Relationship Id="rId83" Type="http://schemas.openxmlformats.org/officeDocument/2006/relationships/image" Target="../media/image54.png"/><Relationship Id="rId88" Type="http://schemas.openxmlformats.org/officeDocument/2006/relationships/customXml" Target="../ink/ink34.xml"/><Relationship Id="rId111" Type="http://schemas.openxmlformats.org/officeDocument/2006/relationships/image" Target="../media/image68.png"/></Relationships>
</file>

<file path=ppt/slides/_rels/slide5.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7.png"/><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2.png"/></Relationships>
</file>

<file path=ppt/slides/_rels/slide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9.png"/><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2.png"/></Relationships>
</file>

<file path=ppt/slides/_rels/slide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1.png"/></Relationships>
</file>

<file path=ppt/slides/_rels/slide1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customXml" Target="../ink/ink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3D15728-5947-B5B7-C587-871FFA6CD0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5100" y="887944"/>
            <a:ext cx="5355211" cy="5537422"/>
          </a:xfrm>
          <a:prstGeom prst="rect">
            <a:avLst/>
          </a:prstGeom>
          <a:effectLst>
            <a:outerShdw blurRad="50800" dist="38100" dir="2700000" algn="tl" rotWithShape="0">
              <a:prstClr val="black">
                <a:alpha val="40000"/>
              </a:prstClr>
            </a:outerShdw>
            <a:softEdge rad="228600"/>
          </a:effectLst>
        </p:spPr>
      </p:pic>
      <p:sp>
        <p:nvSpPr>
          <p:cNvPr id="2" name="Title 1">
            <a:extLst>
              <a:ext uri="{FF2B5EF4-FFF2-40B4-BE49-F238E27FC236}">
                <a16:creationId xmlns:a16="http://schemas.microsoft.com/office/drawing/2014/main" id="{AF558739-0B63-7AA3-11E1-266AE056A47F}"/>
              </a:ext>
            </a:extLst>
          </p:cNvPr>
          <p:cNvSpPr>
            <a:spLocks noGrp="1"/>
          </p:cNvSpPr>
          <p:nvPr>
            <p:ph type="ctrTitle"/>
          </p:nvPr>
        </p:nvSpPr>
        <p:spPr>
          <a:xfrm>
            <a:off x="323850" y="0"/>
            <a:ext cx="12192000" cy="876693"/>
          </a:xfrm>
        </p:spPr>
        <p:txBody>
          <a:bodyPr>
            <a:normAutofit fontScale="90000"/>
          </a:bodyPr>
          <a:lstStyle/>
          <a:p>
            <a:pPr algn="l"/>
            <a:r>
              <a:rPr lang="en-US" b="1" dirty="0">
                <a:solidFill>
                  <a:schemeClr val="bg1"/>
                </a:solidFill>
                <a:latin typeface="Franklin Gothic Medium Cond" panose="020B0606030402020204" pitchFamily="34" charset="0"/>
              </a:rPr>
              <a:t>A3 PR-02: Level Design Documentation  </a:t>
            </a:r>
          </a:p>
        </p:txBody>
      </p:sp>
      <p:sp>
        <p:nvSpPr>
          <p:cNvPr id="3" name="Subtitle 2">
            <a:extLst>
              <a:ext uri="{FF2B5EF4-FFF2-40B4-BE49-F238E27FC236}">
                <a16:creationId xmlns:a16="http://schemas.microsoft.com/office/drawing/2014/main" id="{7218F84F-BBB5-4048-1084-FFB275C9C4B2}"/>
              </a:ext>
            </a:extLst>
          </p:cNvPr>
          <p:cNvSpPr>
            <a:spLocks noGrp="1"/>
          </p:cNvSpPr>
          <p:nvPr>
            <p:ph type="subTitle" idx="1"/>
          </p:nvPr>
        </p:nvSpPr>
        <p:spPr>
          <a:xfrm>
            <a:off x="0" y="6425366"/>
            <a:ext cx="2529526" cy="432634"/>
          </a:xfrm>
        </p:spPr>
        <p:txBody>
          <a:bodyPr/>
          <a:lstStyle/>
          <a:p>
            <a:pPr algn="l"/>
            <a:r>
              <a:rPr lang="en-US" dirty="0"/>
              <a:t>By Zach Hubbard</a:t>
            </a:r>
          </a:p>
        </p:txBody>
      </p:sp>
      <p:sp>
        <p:nvSpPr>
          <p:cNvPr id="7" name="Title 1">
            <a:extLst>
              <a:ext uri="{FF2B5EF4-FFF2-40B4-BE49-F238E27FC236}">
                <a16:creationId xmlns:a16="http://schemas.microsoft.com/office/drawing/2014/main" id="{6E9B8FE3-0D7E-4B75-F9FF-8B9D53A7536F}"/>
              </a:ext>
            </a:extLst>
          </p:cNvPr>
          <p:cNvSpPr txBox="1">
            <a:spLocks/>
          </p:cNvSpPr>
          <p:nvPr/>
        </p:nvSpPr>
        <p:spPr>
          <a:xfrm>
            <a:off x="190500" y="5619750"/>
            <a:ext cx="9096375" cy="115528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chemeClr val="bg1"/>
                </a:solidFill>
                <a:latin typeface="Franklin Gothic Medium Cond" panose="020B0606030402020204" pitchFamily="34" charset="0"/>
              </a:rPr>
              <a:t>Zach Hubbard </a:t>
            </a:r>
          </a:p>
          <a:p>
            <a:pPr algn="l"/>
            <a:r>
              <a:rPr lang="en-US" sz="2800" b="1" dirty="0">
                <a:solidFill>
                  <a:schemeClr val="bg1"/>
                </a:solidFill>
                <a:latin typeface="Franklin Gothic Medium Cond" panose="020B0606030402020204" pitchFamily="34" charset="0"/>
              </a:rPr>
              <a:t>GAME 724-N01: Immersive Level Design</a:t>
            </a:r>
          </a:p>
          <a:p>
            <a:pPr algn="l"/>
            <a:r>
              <a:rPr lang="en-US" sz="2800" b="1" dirty="0">
                <a:solidFill>
                  <a:schemeClr val="bg1"/>
                </a:solidFill>
                <a:latin typeface="Franklin Gothic Medium Cond" panose="020B0606030402020204" pitchFamily="34" charset="0"/>
              </a:rPr>
              <a:t>Winter 2026</a:t>
            </a:r>
          </a:p>
        </p:txBody>
      </p:sp>
      <p:sp>
        <p:nvSpPr>
          <p:cNvPr id="14" name="TextBox 13">
            <a:extLst>
              <a:ext uri="{FF2B5EF4-FFF2-40B4-BE49-F238E27FC236}">
                <a16:creationId xmlns:a16="http://schemas.microsoft.com/office/drawing/2014/main" id="{098D0227-845D-8938-03BE-47ADF86FFEBD}"/>
              </a:ext>
            </a:extLst>
          </p:cNvPr>
          <p:cNvSpPr txBox="1"/>
          <p:nvPr/>
        </p:nvSpPr>
        <p:spPr>
          <a:xfrm>
            <a:off x="422733" y="2464734"/>
            <a:ext cx="5860134" cy="1200329"/>
          </a:xfrm>
          <a:prstGeom prst="rect">
            <a:avLst/>
          </a:prstGeom>
          <a:noFill/>
          <a:effectLst>
            <a:outerShdw blurRad="50800" dist="38100" dir="18900000" algn="bl" rotWithShape="0">
              <a:prstClr val="black">
                <a:alpha val="40000"/>
              </a:prstClr>
            </a:outerShdw>
            <a:softEdge rad="12700"/>
          </a:effectLst>
        </p:spPr>
        <p:txBody>
          <a:bodyPr wrap="square" rtlCol="0">
            <a:spAutoFit/>
          </a:bodyPr>
          <a:lstStyle/>
          <a:p>
            <a:r>
              <a:rPr lang="en-US" sz="7200" dirty="0">
                <a:solidFill>
                  <a:schemeClr val="bg1"/>
                </a:solidFill>
                <a:effectLst>
                  <a:outerShdw blurRad="50800" dist="38100" dir="2700000" algn="tl" rotWithShape="0">
                    <a:prstClr val="black">
                      <a:alpha val="40000"/>
                    </a:prstClr>
                  </a:outerShdw>
                </a:effectLst>
                <a:latin typeface="Franklin Gothic Demi Cond" panose="020B0706030402020204" pitchFamily="34" charset="0"/>
              </a:rPr>
              <a:t>Shadow Energy</a:t>
            </a:r>
          </a:p>
        </p:txBody>
      </p:sp>
    </p:spTree>
    <p:extLst>
      <p:ext uri="{BB962C8B-B14F-4D97-AF65-F5344CB8AC3E}">
        <p14:creationId xmlns:p14="http://schemas.microsoft.com/office/powerpoint/2010/main" val="393868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colorTemperature colorTemp="11500"/>
                    </a14:imgEffect>
                    <a14:imgEffect>
                      <a14:saturation sat="400000"/>
                    </a14:imgEffect>
                  </a14:imgLayer>
                </a14:imgProps>
              </a:ext>
            </a:extLst>
          </a:blip>
          <a:srcRect/>
          <a:stretch>
            <a:fillRect/>
          </a:stretch>
        </a:blipFill>
        <a:effectLst/>
      </p:bgPr>
    </p:bg>
    <p:spTree>
      <p:nvGrpSpPr>
        <p:cNvPr id="1" name="">
          <a:extLst>
            <a:ext uri="{FF2B5EF4-FFF2-40B4-BE49-F238E27FC236}">
              <a16:creationId xmlns:a16="http://schemas.microsoft.com/office/drawing/2014/main" id="{5E696B6F-4D10-9CA9-0096-DD9E8B2A4B2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FE4868B-FE96-E38E-82B9-BB65418C75B5}"/>
              </a:ext>
            </a:extLst>
          </p:cNvPr>
          <p:cNvSpPr txBox="1">
            <a:spLocks/>
          </p:cNvSpPr>
          <p:nvPr/>
        </p:nvSpPr>
        <p:spPr>
          <a:xfrm>
            <a:off x="1" y="0"/>
            <a:ext cx="12191999" cy="749300"/>
          </a:xfrm>
          <a:prstGeom prst="rect">
            <a:avLst/>
          </a:prstGeom>
          <a:solidFill>
            <a:srgbClr val="481D08"/>
          </a:solidFill>
          <a:effectLst>
            <a:outerShdw blurRad="50800" dist="38100" dir="2700000" algn="tl" rotWithShape="0">
              <a:prstClr val="black">
                <a:alpha val="40000"/>
              </a:prstClr>
            </a:outerShdw>
          </a:effectLst>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chemeClr val="bg1"/>
                </a:solidFill>
                <a:latin typeface="Franklin Gothic Medium Cond" panose="020B0606030402020204" pitchFamily="34" charset="0"/>
              </a:rPr>
              <a:t>Level Summary</a:t>
            </a:r>
          </a:p>
        </p:txBody>
      </p:sp>
      <p:sp>
        <p:nvSpPr>
          <p:cNvPr id="8" name="Rectangle 7">
            <a:extLst>
              <a:ext uri="{FF2B5EF4-FFF2-40B4-BE49-F238E27FC236}">
                <a16:creationId xmlns:a16="http://schemas.microsoft.com/office/drawing/2014/main" id="{CE94351C-E8C3-70F6-A62F-15881B90C843}"/>
              </a:ext>
            </a:extLst>
          </p:cNvPr>
          <p:cNvSpPr/>
          <p:nvPr/>
        </p:nvSpPr>
        <p:spPr>
          <a:xfrm>
            <a:off x="5882849" y="226243"/>
            <a:ext cx="5892799" cy="6372520"/>
          </a:xfrm>
          <a:custGeom>
            <a:avLst/>
            <a:gdLst>
              <a:gd name="csX0" fmla="*/ 0 w 5892799"/>
              <a:gd name="csY0" fmla="*/ 0 h 6372520"/>
              <a:gd name="csX1" fmla="*/ 477971 w 5892799"/>
              <a:gd name="csY1" fmla="*/ 0 h 6372520"/>
              <a:gd name="csX2" fmla="*/ 1014871 w 5892799"/>
              <a:gd name="csY2" fmla="*/ 0 h 6372520"/>
              <a:gd name="csX3" fmla="*/ 1669626 w 5892799"/>
              <a:gd name="csY3" fmla="*/ 0 h 6372520"/>
              <a:gd name="csX4" fmla="*/ 2147598 w 5892799"/>
              <a:gd name="csY4" fmla="*/ 0 h 6372520"/>
              <a:gd name="csX5" fmla="*/ 2920209 w 5892799"/>
              <a:gd name="csY5" fmla="*/ 0 h 6372520"/>
              <a:gd name="csX6" fmla="*/ 3692821 w 5892799"/>
              <a:gd name="csY6" fmla="*/ 0 h 6372520"/>
              <a:gd name="csX7" fmla="*/ 4170792 w 5892799"/>
              <a:gd name="csY7" fmla="*/ 0 h 6372520"/>
              <a:gd name="csX8" fmla="*/ 4825548 w 5892799"/>
              <a:gd name="csY8" fmla="*/ 0 h 6372520"/>
              <a:gd name="csX9" fmla="*/ 5892799 w 5892799"/>
              <a:gd name="csY9" fmla="*/ 0 h 6372520"/>
              <a:gd name="csX10" fmla="*/ 5892799 w 5892799"/>
              <a:gd name="csY10" fmla="*/ 637252 h 6372520"/>
              <a:gd name="csX11" fmla="*/ 5892799 w 5892799"/>
              <a:gd name="csY11" fmla="*/ 1210779 h 6372520"/>
              <a:gd name="csX12" fmla="*/ 5892799 w 5892799"/>
              <a:gd name="csY12" fmla="*/ 1656855 h 6372520"/>
              <a:gd name="csX13" fmla="*/ 5892799 w 5892799"/>
              <a:gd name="csY13" fmla="*/ 2421558 h 6372520"/>
              <a:gd name="csX14" fmla="*/ 5892799 w 5892799"/>
              <a:gd name="csY14" fmla="*/ 2995084 h 6372520"/>
              <a:gd name="csX15" fmla="*/ 5892799 w 5892799"/>
              <a:gd name="csY15" fmla="*/ 3696062 h 6372520"/>
              <a:gd name="csX16" fmla="*/ 5892799 w 5892799"/>
              <a:gd name="csY16" fmla="*/ 4269588 h 6372520"/>
              <a:gd name="csX17" fmla="*/ 5892799 w 5892799"/>
              <a:gd name="csY17" fmla="*/ 4779390 h 6372520"/>
              <a:gd name="csX18" fmla="*/ 5892799 w 5892799"/>
              <a:gd name="csY18" fmla="*/ 5480367 h 6372520"/>
              <a:gd name="csX19" fmla="*/ 5892799 w 5892799"/>
              <a:gd name="csY19" fmla="*/ 6372520 h 6372520"/>
              <a:gd name="csX20" fmla="*/ 5414828 w 5892799"/>
              <a:gd name="csY20" fmla="*/ 6372520 h 6372520"/>
              <a:gd name="csX21" fmla="*/ 4701144 w 5892799"/>
              <a:gd name="csY21" fmla="*/ 6372520 h 6372520"/>
              <a:gd name="csX22" fmla="*/ 4046389 w 5892799"/>
              <a:gd name="csY22" fmla="*/ 6372520 h 6372520"/>
              <a:gd name="csX23" fmla="*/ 3332705 w 5892799"/>
              <a:gd name="csY23" fmla="*/ 6372520 h 6372520"/>
              <a:gd name="csX24" fmla="*/ 2795806 w 5892799"/>
              <a:gd name="csY24" fmla="*/ 6372520 h 6372520"/>
              <a:gd name="csX25" fmla="*/ 2258906 w 5892799"/>
              <a:gd name="csY25" fmla="*/ 6372520 h 6372520"/>
              <a:gd name="csX26" fmla="*/ 1545223 w 5892799"/>
              <a:gd name="csY26" fmla="*/ 6372520 h 6372520"/>
              <a:gd name="csX27" fmla="*/ 1067251 w 5892799"/>
              <a:gd name="csY27" fmla="*/ 6372520 h 6372520"/>
              <a:gd name="csX28" fmla="*/ 0 w 5892799"/>
              <a:gd name="csY28" fmla="*/ 6372520 h 6372520"/>
              <a:gd name="csX29" fmla="*/ 0 w 5892799"/>
              <a:gd name="csY29" fmla="*/ 5671543 h 6372520"/>
              <a:gd name="csX30" fmla="*/ 0 w 5892799"/>
              <a:gd name="csY30" fmla="*/ 5225466 h 6372520"/>
              <a:gd name="csX31" fmla="*/ 0 w 5892799"/>
              <a:gd name="csY31" fmla="*/ 4460764 h 6372520"/>
              <a:gd name="csX32" fmla="*/ 0 w 5892799"/>
              <a:gd name="csY32" fmla="*/ 3823512 h 6372520"/>
              <a:gd name="csX33" fmla="*/ 0 w 5892799"/>
              <a:gd name="csY33" fmla="*/ 3058810 h 6372520"/>
              <a:gd name="csX34" fmla="*/ 0 w 5892799"/>
              <a:gd name="csY34" fmla="*/ 2357832 h 6372520"/>
              <a:gd name="csX35" fmla="*/ 0 w 5892799"/>
              <a:gd name="csY35" fmla="*/ 1911756 h 6372520"/>
              <a:gd name="csX36" fmla="*/ 0 w 5892799"/>
              <a:gd name="csY36" fmla="*/ 1147054 h 6372520"/>
              <a:gd name="csX37" fmla="*/ 0 w 5892799"/>
              <a:gd name="csY37" fmla="*/ 573527 h 6372520"/>
              <a:gd name="csX38" fmla="*/ 0 w 5892799"/>
              <a:gd name="csY38" fmla="*/ 0 h 63725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5892799" h="6372520" fill="none" extrusionOk="0">
                <a:moveTo>
                  <a:pt x="0" y="0"/>
                </a:moveTo>
                <a:cubicBezTo>
                  <a:pt x="229198" y="-3169"/>
                  <a:pt x="275169" y="20312"/>
                  <a:pt x="477971" y="0"/>
                </a:cubicBezTo>
                <a:cubicBezTo>
                  <a:pt x="680773" y="-20312"/>
                  <a:pt x="763218" y="12131"/>
                  <a:pt x="1014871" y="0"/>
                </a:cubicBezTo>
                <a:cubicBezTo>
                  <a:pt x="1266524" y="-12131"/>
                  <a:pt x="1453304" y="5655"/>
                  <a:pt x="1669626" y="0"/>
                </a:cubicBezTo>
                <a:cubicBezTo>
                  <a:pt x="1885948" y="-5655"/>
                  <a:pt x="1967820" y="-7778"/>
                  <a:pt x="2147598" y="0"/>
                </a:cubicBezTo>
                <a:cubicBezTo>
                  <a:pt x="2327376" y="7778"/>
                  <a:pt x="2734717" y="-27027"/>
                  <a:pt x="2920209" y="0"/>
                </a:cubicBezTo>
                <a:cubicBezTo>
                  <a:pt x="3105701" y="27027"/>
                  <a:pt x="3487088" y="30614"/>
                  <a:pt x="3692821" y="0"/>
                </a:cubicBezTo>
                <a:cubicBezTo>
                  <a:pt x="3898554" y="-30614"/>
                  <a:pt x="3954979" y="21725"/>
                  <a:pt x="4170792" y="0"/>
                </a:cubicBezTo>
                <a:cubicBezTo>
                  <a:pt x="4386605" y="-21725"/>
                  <a:pt x="4673748" y="23113"/>
                  <a:pt x="4825548" y="0"/>
                </a:cubicBezTo>
                <a:cubicBezTo>
                  <a:pt x="4977348" y="-23113"/>
                  <a:pt x="5542126" y="7279"/>
                  <a:pt x="5892799" y="0"/>
                </a:cubicBezTo>
                <a:cubicBezTo>
                  <a:pt x="5918383" y="272497"/>
                  <a:pt x="5914500" y="492919"/>
                  <a:pt x="5892799" y="637252"/>
                </a:cubicBezTo>
                <a:cubicBezTo>
                  <a:pt x="5871098" y="781585"/>
                  <a:pt x="5880435" y="934922"/>
                  <a:pt x="5892799" y="1210779"/>
                </a:cubicBezTo>
                <a:cubicBezTo>
                  <a:pt x="5905163" y="1486636"/>
                  <a:pt x="5871732" y="1465298"/>
                  <a:pt x="5892799" y="1656855"/>
                </a:cubicBezTo>
                <a:cubicBezTo>
                  <a:pt x="5913866" y="1848412"/>
                  <a:pt x="5895121" y="2264330"/>
                  <a:pt x="5892799" y="2421558"/>
                </a:cubicBezTo>
                <a:cubicBezTo>
                  <a:pt x="5890477" y="2578786"/>
                  <a:pt x="5880048" y="2838404"/>
                  <a:pt x="5892799" y="2995084"/>
                </a:cubicBezTo>
                <a:cubicBezTo>
                  <a:pt x="5905550" y="3151764"/>
                  <a:pt x="5873763" y="3364262"/>
                  <a:pt x="5892799" y="3696062"/>
                </a:cubicBezTo>
                <a:cubicBezTo>
                  <a:pt x="5911835" y="4027862"/>
                  <a:pt x="5899891" y="4034766"/>
                  <a:pt x="5892799" y="4269588"/>
                </a:cubicBezTo>
                <a:cubicBezTo>
                  <a:pt x="5885707" y="4504410"/>
                  <a:pt x="5881643" y="4644611"/>
                  <a:pt x="5892799" y="4779390"/>
                </a:cubicBezTo>
                <a:cubicBezTo>
                  <a:pt x="5903955" y="4914169"/>
                  <a:pt x="5925778" y="5252626"/>
                  <a:pt x="5892799" y="5480367"/>
                </a:cubicBezTo>
                <a:cubicBezTo>
                  <a:pt x="5859820" y="5708108"/>
                  <a:pt x="5901563" y="6121644"/>
                  <a:pt x="5892799" y="6372520"/>
                </a:cubicBezTo>
                <a:cubicBezTo>
                  <a:pt x="5690056" y="6368769"/>
                  <a:pt x="5529656" y="6384910"/>
                  <a:pt x="5414828" y="6372520"/>
                </a:cubicBezTo>
                <a:cubicBezTo>
                  <a:pt x="5300000" y="6360130"/>
                  <a:pt x="4893636" y="6400174"/>
                  <a:pt x="4701144" y="6372520"/>
                </a:cubicBezTo>
                <a:cubicBezTo>
                  <a:pt x="4508652" y="6344866"/>
                  <a:pt x="4188855" y="6352813"/>
                  <a:pt x="4046389" y="6372520"/>
                </a:cubicBezTo>
                <a:cubicBezTo>
                  <a:pt x="3903924" y="6392227"/>
                  <a:pt x="3549205" y="6364680"/>
                  <a:pt x="3332705" y="6372520"/>
                </a:cubicBezTo>
                <a:cubicBezTo>
                  <a:pt x="3116205" y="6380360"/>
                  <a:pt x="3024590" y="6346945"/>
                  <a:pt x="2795806" y="6372520"/>
                </a:cubicBezTo>
                <a:cubicBezTo>
                  <a:pt x="2567022" y="6398095"/>
                  <a:pt x="2451976" y="6356044"/>
                  <a:pt x="2258906" y="6372520"/>
                </a:cubicBezTo>
                <a:cubicBezTo>
                  <a:pt x="2065836" y="6388996"/>
                  <a:pt x="1708671" y="6395854"/>
                  <a:pt x="1545223" y="6372520"/>
                </a:cubicBezTo>
                <a:cubicBezTo>
                  <a:pt x="1381775" y="6349186"/>
                  <a:pt x="1166513" y="6358776"/>
                  <a:pt x="1067251" y="6372520"/>
                </a:cubicBezTo>
                <a:cubicBezTo>
                  <a:pt x="967989" y="6386264"/>
                  <a:pt x="324824" y="6362908"/>
                  <a:pt x="0" y="6372520"/>
                </a:cubicBezTo>
                <a:cubicBezTo>
                  <a:pt x="29670" y="6087758"/>
                  <a:pt x="-22948" y="6010068"/>
                  <a:pt x="0" y="5671543"/>
                </a:cubicBezTo>
                <a:cubicBezTo>
                  <a:pt x="22948" y="5333018"/>
                  <a:pt x="-12619" y="5444704"/>
                  <a:pt x="0" y="5225466"/>
                </a:cubicBezTo>
                <a:cubicBezTo>
                  <a:pt x="12619" y="5006228"/>
                  <a:pt x="-21219" y="4748284"/>
                  <a:pt x="0" y="4460764"/>
                </a:cubicBezTo>
                <a:cubicBezTo>
                  <a:pt x="21219" y="4173244"/>
                  <a:pt x="26928" y="3996219"/>
                  <a:pt x="0" y="3823512"/>
                </a:cubicBezTo>
                <a:cubicBezTo>
                  <a:pt x="-26928" y="3650805"/>
                  <a:pt x="-6594" y="3337359"/>
                  <a:pt x="0" y="3058810"/>
                </a:cubicBezTo>
                <a:cubicBezTo>
                  <a:pt x="6594" y="2780261"/>
                  <a:pt x="-17770" y="2581609"/>
                  <a:pt x="0" y="2357832"/>
                </a:cubicBezTo>
                <a:cubicBezTo>
                  <a:pt x="17770" y="2134055"/>
                  <a:pt x="-13534" y="2042155"/>
                  <a:pt x="0" y="1911756"/>
                </a:cubicBezTo>
                <a:cubicBezTo>
                  <a:pt x="13534" y="1781357"/>
                  <a:pt x="-16663" y="1472965"/>
                  <a:pt x="0" y="1147054"/>
                </a:cubicBezTo>
                <a:cubicBezTo>
                  <a:pt x="16663" y="821143"/>
                  <a:pt x="-851" y="712964"/>
                  <a:pt x="0" y="573527"/>
                </a:cubicBezTo>
                <a:cubicBezTo>
                  <a:pt x="851" y="434090"/>
                  <a:pt x="6693" y="137104"/>
                  <a:pt x="0" y="0"/>
                </a:cubicBezTo>
                <a:close/>
              </a:path>
              <a:path w="5892799" h="6372520" stroke="0" extrusionOk="0">
                <a:moveTo>
                  <a:pt x="0" y="0"/>
                </a:moveTo>
                <a:cubicBezTo>
                  <a:pt x="152684" y="8949"/>
                  <a:pt x="396025" y="-6049"/>
                  <a:pt x="595827" y="0"/>
                </a:cubicBezTo>
                <a:cubicBezTo>
                  <a:pt x="795629" y="6049"/>
                  <a:pt x="940390" y="-7288"/>
                  <a:pt x="1250583" y="0"/>
                </a:cubicBezTo>
                <a:cubicBezTo>
                  <a:pt x="1560776" y="7288"/>
                  <a:pt x="1682511" y="-23058"/>
                  <a:pt x="1964266" y="0"/>
                </a:cubicBezTo>
                <a:cubicBezTo>
                  <a:pt x="2246021" y="23058"/>
                  <a:pt x="2238119" y="23005"/>
                  <a:pt x="2442238" y="0"/>
                </a:cubicBezTo>
                <a:cubicBezTo>
                  <a:pt x="2646357" y="-23005"/>
                  <a:pt x="2794450" y="24160"/>
                  <a:pt x="2979137" y="0"/>
                </a:cubicBezTo>
                <a:cubicBezTo>
                  <a:pt x="3163824" y="-24160"/>
                  <a:pt x="3464544" y="-37824"/>
                  <a:pt x="3751749" y="0"/>
                </a:cubicBezTo>
                <a:cubicBezTo>
                  <a:pt x="4038954" y="37824"/>
                  <a:pt x="4033522" y="-10921"/>
                  <a:pt x="4288648" y="0"/>
                </a:cubicBezTo>
                <a:cubicBezTo>
                  <a:pt x="4543774" y="10921"/>
                  <a:pt x="4785052" y="34223"/>
                  <a:pt x="5002332" y="0"/>
                </a:cubicBezTo>
                <a:cubicBezTo>
                  <a:pt x="5219612" y="-34223"/>
                  <a:pt x="5584670" y="38569"/>
                  <a:pt x="5892799" y="0"/>
                </a:cubicBezTo>
                <a:cubicBezTo>
                  <a:pt x="5896317" y="119527"/>
                  <a:pt x="5895826" y="322344"/>
                  <a:pt x="5892799" y="509802"/>
                </a:cubicBezTo>
                <a:cubicBezTo>
                  <a:pt x="5889772" y="697260"/>
                  <a:pt x="5901704" y="837649"/>
                  <a:pt x="5892799" y="1147054"/>
                </a:cubicBezTo>
                <a:cubicBezTo>
                  <a:pt x="5883894" y="1456459"/>
                  <a:pt x="5871415" y="1622264"/>
                  <a:pt x="5892799" y="1784306"/>
                </a:cubicBezTo>
                <a:cubicBezTo>
                  <a:pt x="5914183" y="1946348"/>
                  <a:pt x="5889270" y="2084240"/>
                  <a:pt x="5892799" y="2357832"/>
                </a:cubicBezTo>
                <a:cubicBezTo>
                  <a:pt x="5896328" y="2631424"/>
                  <a:pt x="5871629" y="2810230"/>
                  <a:pt x="5892799" y="3122535"/>
                </a:cubicBezTo>
                <a:cubicBezTo>
                  <a:pt x="5913969" y="3434840"/>
                  <a:pt x="5890507" y="3455122"/>
                  <a:pt x="5892799" y="3696062"/>
                </a:cubicBezTo>
                <a:cubicBezTo>
                  <a:pt x="5895091" y="3937002"/>
                  <a:pt x="5872203" y="4086345"/>
                  <a:pt x="5892799" y="4397039"/>
                </a:cubicBezTo>
                <a:cubicBezTo>
                  <a:pt x="5913395" y="4707733"/>
                  <a:pt x="5889147" y="4749734"/>
                  <a:pt x="5892799" y="4970566"/>
                </a:cubicBezTo>
                <a:cubicBezTo>
                  <a:pt x="5896451" y="5191398"/>
                  <a:pt x="5926405" y="5528329"/>
                  <a:pt x="5892799" y="5671543"/>
                </a:cubicBezTo>
                <a:cubicBezTo>
                  <a:pt x="5859193" y="5814757"/>
                  <a:pt x="5871375" y="6216483"/>
                  <a:pt x="5892799" y="6372520"/>
                </a:cubicBezTo>
                <a:cubicBezTo>
                  <a:pt x="5732136" y="6354228"/>
                  <a:pt x="5400622" y="6403660"/>
                  <a:pt x="5120188" y="6372520"/>
                </a:cubicBezTo>
                <a:cubicBezTo>
                  <a:pt x="4839754" y="6341380"/>
                  <a:pt x="4846361" y="6361544"/>
                  <a:pt x="4583288" y="6372520"/>
                </a:cubicBezTo>
                <a:cubicBezTo>
                  <a:pt x="4320215" y="6383496"/>
                  <a:pt x="4188722" y="6371495"/>
                  <a:pt x="4046389" y="6372520"/>
                </a:cubicBezTo>
                <a:cubicBezTo>
                  <a:pt x="3904056" y="6373545"/>
                  <a:pt x="3491909" y="6369566"/>
                  <a:pt x="3273777" y="6372520"/>
                </a:cubicBezTo>
                <a:cubicBezTo>
                  <a:pt x="3055645" y="6375474"/>
                  <a:pt x="2747104" y="6377271"/>
                  <a:pt x="2560094" y="6372520"/>
                </a:cubicBezTo>
                <a:cubicBezTo>
                  <a:pt x="2373084" y="6367769"/>
                  <a:pt x="2037651" y="6363351"/>
                  <a:pt x="1905338" y="6372520"/>
                </a:cubicBezTo>
                <a:cubicBezTo>
                  <a:pt x="1773025" y="6381689"/>
                  <a:pt x="1528603" y="6343399"/>
                  <a:pt x="1250583" y="6372520"/>
                </a:cubicBezTo>
                <a:cubicBezTo>
                  <a:pt x="972563" y="6401641"/>
                  <a:pt x="427896" y="6338084"/>
                  <a:pt x="0" y="6372520"/>
                </a:cubicBezTo>
                <a:cubicBezTo>
                  <a:pt x="15798" y="6038104"/>
                  <a:pt x="16330" y="5983168"/>
                  <a:pt x="0" y="5671543"/>
                </a:cubicBezTo>
                <a:cubicBezTo>
                  <a:pt x="-16330" y="5359918"/>
                  <a:pt x="13705" y="5359236"/>
                  <a:pt x="0" y="5098016"/>
                </a:cubicBezTo>
                <a:cubicBezTo>
                  <a:pt x="-13705" y="4836796"/>
                  <a:pt x="26484" y="4746132"/>
                  <a:pt x="0" y="4460764"/>
                </a:cubicBezTo>
                <a:cubicBezTo>
                  <a:pt x="-26484" y="4175396"/>
                  <a:pt x="22445" y="3977897"/>
                  <a:pt x="0" y="3759787"/>
                </a:cubicBezTo>
                <a:cubicBezTo>
                  <a:pt x="-22445" y="3541677"/>
                  <a:pt x="2491" y="3510085"/>
                  <a:pt x="0" y="3313710"/>
                </a:cubicBezTo>
                <a:cubicBezTo>
                  <a:pt x="-2491" y="3117335"/>
                  <a:pt x="-15223" y="3007396"/>
                  <a:pt x="0" y="2803909"/>
                </a:cubicBezTo>
                <a:cubicBezTo>
                  <a:pt x="15223" y="2600422"/>
                  <a:pt x="-15232" y="2358392"/>
                  <a:pt x="0" y="2230382"/>
                </a:cubicBezTo>
                <a:cubicBezTo>
                  <a:pt x="15232" y="2102372"/>
                  <a:pt x="-34037" y="1627686"/>
                  <a:pt x="0" y="1465680"/>
                </a:cubicBezTo>
                <a:cubicBezTo>
                  <a:pt x="34037" y="1303674"/>
                  <a:pt x="-9656" y="974140"/>
                  <a:pt x="0" y="828428"/>
                </a:cubicBezTo>
                <a:cubicBezTo>
                  <a:pt x="9656" y="682716"/>
                  <a:pt x="40267" y="227121"/>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252243460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2800" b="1" u="sng" dirty="0">
                <a:solidFill>
                  <a:schemeClr val="bg1"/>
                </a:solidFill>
                <a:latin typeface="Franklin Gothic Demi" panose="020B0703020102020204" pitchFamily="34" charset="0"/>
              </a:rPr>
              <a:t>Items and Weapons</a:t>
            </a:r>
          </a:p>
          <a:p>
            <a:r>
              <a:rPr lang="en-US" b="1" dirty="0">
                <a:solidFill>
                  <a:schemeClr val="bg1"/>
                </a:solidFill>
                <a:latin typeface="Franklin Gothic Book" panose="020B0503020102020204" pitchFamily="34" charset="0"/>
              </a:rPr>
              <a:t>Items - </a:t>
            </a:r>
          </a:p>
          <a:p>
            <a:pPr marL="342900" indent="-342900">
              <a:buFont typeface="Arial" panose="020B0604020202020204" pitchFamily="34" charset="0"/>
              <a:buChar char="•"/>
            </a:pPr>
            <a:r>
              <a:rPr lang="en-US" dirty="0">
                <a:solidFill>
                  <a:schemeClr val="bg1"/>
                </a:solidFill>
                <a:latin typeface="Franklin Gothic Demi" panose="020B0703020102020204" pitchFamily="34" charset="0"/>
              </a:rPr>
              <a:t>Flashlight – </a:t>
            </a:r>
            <a:r>
              <a:rPr lang="en-US" dirty="0">
                <a:solidFill>
                  <a:schemeClr val="bg1"/>
                </a:solidFill>
                <a:latin typeface="Franklin Gothic Book" panose="020B0503020102020204" pitchFamily="34" charset="0"/>
              </a:rPr>
              <a:t>Illuminates Area, when active prevents monster from attacking player.</a:t>
            </a:r>
          </a:p>
          <a:p>
            <a:pPr marL="342900" indent="-342900">
              <a:buFont typeface="Arial" panose="020B0604020202020204" pitchFamily="34" charset="0"/>
              <a:buChar char="•"/>
            </a:pPr>
            <a:r>
              <a:rPr lang="en-US" dirty="0">
                <a:solidFill>
                  <a:schemeClr val="bg1"/>
                </a:solidFill>
                <a:latin typeface="Franklin Gothic Demi" panose="020B0703020102020204" pitchFamily="34" charset="0"/>
              </a:rPr>
              <a:t>Batteries</a:t>
            </a:r>
            <a:r>
              <a:rPr lang="en-US" b="1" dirty="0">
                <a:solidFill>
                  <a:schemeClr val="bg1"/>
                </a:solidFill>
                <a:latin typeface="Franklin Gothic Book" panose="020B0503020102020204" pitchFamily="34" charset="0"/>
              </a:rPr>
              <a:t> – </a:t>
            </a:r>
            <a:r>
              <a:rPr lang="en-US" dirty="0">
                <a:solidFill>
                  <a:schemeClr val="bg1"/>
                </a:solidFill>
                <a:latin typeface="Franklin Gothic Book" panose="020B0503020102020204" pitchFamily="34" charset="0"/>
              </a:rPr>
              <a:t>Replenishes Flashlight</a:t>
            </a:r>
          </a:p>
          <a:p>
            <a:pPr marL="342900" indent="-342900">
              <a:buFont typeface="Arial" panose="020B0604020202020204" pitchFamily="34" charset="0"/>
              <a:buChar char="•"/>
            </a:pPr>
            <a:r>
              <a:rPr lang="en-US" dirty="0">
                <a:solidFill>
                  <a:schemeClr val="bg1"/>
                </a:solidFill>
                <a:latin typeface="Franklin Gothic Demi" panose="020B0703020102020204" pitchFamily="34" charset="0"/>
              </a:rPr>
              <a:t>Breaker Switches </a:t>
            </a:r>
            <a:r>
              <a:rPr lang="en-US" b="1" dirty="0">
                <a:solidFill>
                  <a:schemeClr val="bg1"/>
                </a:solidFill>
                <a:latin typeface="Franklin Gothic Book" panose="020B0503020102020204" pitchFamily="34" charset="0"/>
              </a:rPr>
              <a:t>– </a:t>
            </a:r>
            <a:r>
              <a:rPr lang="en-US" dirty="0">
                <a:solidFill>
                  <a:schemeClr val="bg1"/>
                </a:solidFill>
                <a:latin typeface="Franklin Gothic Book" panose="020B0503020102020204" pitchFamily="34" charset="0"/>
              </a:rPr>
              <a:t>Serves as checkpoint, permanently illuminates an area</a:t>
            </a:r>
            <a:r>
              <a:rPr lang="en-US" b="1" dirty="0">
                <a:solidFill>
                  <a:schemeClr val="bg1"/>
                </a:solidFill>
                <a:latin typeface="Franklin Gothic Book" panose="020B0503020102020204" pitchFamily="34" charset="0"/>
              </a:rPr>
              <a:t>. </a:t>
            </a:r>
            <a:r>
              <a:rPr lang="en-US" dirty="0">
                <a:solidFill>
                  <a:schemeClr val="bg1"/>
                </a:solidFill>
                <a:latin typeface="Franklin Gothic Book" panose="020B0503020102020204" pitchFamily="34" charset="0"/>
              </a:rPr>
              <a:t>Also</a:t>
            </a:r>
            <a:r>
              <a:rPr lang="en-US" b="1" dirty="0">
                <a:solidFill>
                  <a:schemeClr val="bg1"/>
                </a:solidFill>
                <a:latin typeface="Franklin Gothic Book" panose="020B0503020102020204" pitchFamily="34" charset="0"/>
              </a:rPr>
              <a:t> </a:t>
            </a:r>
            <a:r>
              <a:rPr lang="en-US" dirty="0">
                <a:solidFill>
                  <a:schemeClr val="bg1"/>
                </a:solidFill>
                <a:latin typeface="Franklin Gothic Book" panose="020B0503020102020204" pitchFamily="34" charset="0"/>
              </a:rPr>
              <a:t>is a key component of final boss fight</a:t>
            </a:r>
          </a:p>
          <a:p>
            <a:pPr marL="342900" indent="-342900">
              <a:buFont typeface="Arial" panose="020B0604020202020204" pitchFamily="34" charset="0"/>
              <a:buChar char="•"/>
            </a:pPr>
            <a:r>
              <a:rPr lang="en-US" dirty="0">
                <a:solidFill>
                  <a:schemeClr val="bg1"/>
                </a:solidFill>
                <a:latin typeface="Franklin Gothic Demi" panose="020B0703020102020204" pitchFamily="34" charset="0"/>
              </a:rPr>
              <a:t>Keys</a:t>
            </a:r>
            <a:r>
              <a:rPr lang="en-US" b="1" dirty="0">
                <a:solidFill>
                  <a:schemeClr val="bg1"/>
                </a:solidFill>
                <a:latin typeface="Franklin Gothic Book" panose="020B0503020102020204" pitchFamily="34" charset="0"/>
              </a:rPr>
              <a:t> – </a:t>
            </a:r>
            <a:r>
              <a:rPr lang="en-US" dirty="0">
                <a:solidFill>
                  <a:schemeClr val="bg1"/>
                </a:solidFill>
                <a:latin typeface="Franklin Gothic Book" panose="020B0503020102020204" pitchFamily="34" charset="0"/>
              </a:rPr>
              <a:t>keys can be used to unlock some doors.</a:t>
            </a:r>
          </a:p>
          <a:p>
            <a:pPr marL="342900" indent="-342900">
              <a:buFont typeface="Arial" panose="020B0604020202020204" pitchFamily="34" charset="0"/>
              <a:buChar char="•"/>
            </a:pPr>
            <a:r>
              <a:rPr lang="en-US" dirty="0">
                <a:solidFill>
                  <a:schemeClr val="bg1"/>
                </a:solidFill>
                <a:latin typeface="Franklin Gothic Demi" panose="020B0703020102020204" pitchFamily="34" charset="0"/>
              </a:rPr>
              <a:t>Notes</a:t>
            </a:r>
            <a:r>
              <a:rPr lang="en-US" b="1" dirty="0">
                <a:solidFill>
                  <a:schemeClr val="bg1"/>
                </a:solidFill>
                <a:latin typeface="Franklin Gothic Book" panose="020B0503020102020204" pitchFamily="34" charset="0"/>
              </a:rPr>
              <a:t> – </a:t>
            </a:r>
            <a:r>
              <a:rPr lang="en-US" dirty="0">
                <a:solidFill>
                  <a:schemeClr val="bg1"/>
                </a:solidFill>
                <a:latin typeface="Franklin Gothic Book" panose="020B0503020102020204" pitchFamily="34" charset="0"/>
              </a:rPr>
              <a:t>Placed to gives more narrative background to the level</a:t>
            </a:r>
          </a:p>
          <a:p>
            <a:pPr marL="342900" indent="-342900">
              <a:buFont typeface="Arial" panose="020B0604020202020204" pitchFamily="34" charset="0"/>
              <a:buChar char="•"/>
            </a:pPr>
            <a:r>
              <a:rPr lang="en-US" dirty="0">
                <a:solidFill>
                  <a:schemeClr val="bg1"/>
                </a:solidFill>
                <a:latin typeface="Franklin Gothic Demi" panose="020B0703020102020204" pitchFamily="34" charset="0"/>
              </a:rPr>
              <a:t>Doors</a:t>
            </a:r>
          </a:p>
          <a:p>
            <a:endParaRPr lang="en-US" b="1" dirty="0">
              <a:solidFill>
                <a:schemeClr val="bg1"/>
              </a:solidFill>
              <a:latin typeface="Franklin Gothic Book" panose="020B0503020102020204" pitchFamily="34" charset="0"/>
            </a:endParaRPr>
          </a:p>
          <a:p>
            <a:r>
              <a:rPr lang="en-US" dirty="0">
                <a:solidFill>
                  <a:schemeClr val="bg1"/>
                </a:solidFill>
                <a:latin typeface="Franklin Gothic Demi" panose="020B0703020102020204" pitchFamily="34" charset="0"/>
              </a:rPr>
              <a:t>Weapons</a:t>
            </a:r>
            <a:r>
              <a:rPr lang="en-US" b="1" dirty="0">
                <a:solidFill>
                  <a:schemeClr val="bg1"/>
                </a:solidFill>
                <a:latin typeface="Franklin Gothic Book" panose="020B0503020102020204" pitchFamily="34" charset="0"/>
              </a:rPr>
              <a:t> -</a:t>
            </a:r>
          </a:p>
          <a:p>
            <a:pPr marL="171450" indent="-171450">
              <a:buFont typeface="Arial" panose="020B0604020202020204" pitchFamily="34" charset="0"/>
              <a:buChar char="•"/>
            </a:pPr>
            <a:r>
              <a:rPr lang="en-US" dirty="0">
                <a:solidFill>
                  <a:schemeClr val="bg1"/>
                </a:solidFill>
                <a:latin typeface="Franklin Gothic Demi" panose="020B0703020102020204" pitchFamily="34" charset="0"/>
              </a:rPr>
              <a:t>Bat/Wooden Plank</a:t>
            </a:r>
            <a:r>
              <a:rPr lang="en-US" b="1" dirty="0">
                <a:solidFill>
                  <a:schemeClr val="bg1"/>
                </a:solidFill>
                <a:latin typeface="Franklin Gothic Book" panose="020B0503020102020204" pitchFamily="34" charset="0"/>
              </a:rPr>
              <a:t> </a:t>
            </a:r>
            <a:r>
              <a:rPr lang="en-US" dirty="0">
                <a:solidFill>
                  <a:schemeClr val="bg1"/>
                </a:solidFill>
                <a:latin typeface="Franklin Gothic Book" panose="020B0503020102020204" pitchFamily="34" charset="0"/>
              </a:rPr>
              <a:t>–Melee Item for the small enemies, limited durability, scattered around map. Can stun final boss in boss fight.</a:t>
            </a:r>
          </a:p>
          <a:p>
            <a:endParaRPr lang="en-US" dirty="0">
              <a:solidFill>
                <a:schemeClr val="bg1"/>
              </a:solidFill>
              <a:latin typeface="Franklin Gothic Book" panose="020B0503020102020204" pitchFamily="34" charset="0"/>
            </a:endParaRPr>
          </a:p>
          <a:p>
            <a:pPr marL="171450" indent="-171450">
              <a:buFont typeface="Arial" panose="020B0604020202020204" pitchFamily="34" charset="0"/>
              <a:buChar char="•"/>
            </a:pPr>
            <a:r>
              <a:rPr lang="en-US" dirty="0">
                <a:solidFill>
                  <a:schemeClr val="bg1"/>
                </a:solidFill>
                <a:latin typeface="Franklin Gothic Demi" panose="020B0703020102020204" pitchFamily="34" charset="0"/>
              </a:rPr>
              <a:t>Flashlight</a:t>
            </a:r>
            <a:r>
              <a:rPr lang="en-US" b="1" dirty="0">
                <a:solidFill>
                  <a:schemeClr val="bg1"/>
                </a:solidFill>
                <a:latin typeface="Franklin Gothic Book" panose="020B0503020102020204" pitchFamily="34" charset="0"/>
              </a:rPr>
              <a:t> – </a:t>
            </a:r>
            <a:r>
              <a:rPr lang="en-US" dirty="0">
                <a:solidFill>
                  <a:schemeClr val="bg1"/>
                </a:solidFill>
                <a:latin typeface="Franklin Gothic Book" panose="020B0503020102020204" pitchFamily="34" charset="0"/>
              </a:rPr>
              <a:t>Serves as both item and weapon to prevent monster from attacking, although monster can get close to you but backs away when flashlight is pointed at the player.</a:t>
            </a:r>
            <a:endParaRPr lang="en-US" sz="1050" dirty="0">
              <a:solidFill>
                <a:schemeClr val="bg1"/>
              </a:solidFill>
              <a:latin typeface="Franklin Gothic Book" panose="020B0503020102020204" pitchFamily="34" charset="0"/>
            </a:endParaRPr>
          </a:p>
          <a:p>
            <a:endParaRPr lang="en-US" sz="1050" b="1" dirty="0">
              <a:solidFill>
                <a:schemeClr val="bg1"/>
              </a:solidFill>
              <a:latin typeface="Franklin Gothic Demi" panose="020B0703020102020204" pitchFamily="34" charset="0"/>
            </a:endParaRPr>
          </a:p>
        </p:txBody>
      </p:sp>
      <p:sp>
        <p:nvSpPr>
          <p:cNvPr id="7" name="Rectangle 6">
            <a:extLst>
              <a:ext uri="{FF2B5EF4-FFF2-40B4-BE49-F238E27FC236}">
                <a16:creationId xmlns:a16="http://schemas.microsoft.com/office/drawing/2014/main" id="{DF71F47E-73F6-D3B3-02A4-965211EA771A}"/>
              </a:ext>
            </a:extLst>
          </p:cNvPr>
          <p:cNvSpPr/>
          <p:nvPr/>
        </p:nvSpPr>
        <p:spPr>
          <a:xfrm>
            <a:off x="256096" y="1018095"/>
            <a:ext cx="4838702" cy="5580668"/>
          </a:xfrm>
          <a:custGeom>
            <a:avLst/>
            <a:gdLst>
              <a:gd name="csX0" fmla="*/ 0 w 4838702"/>
              <a:gd name="csY0" fmla="*/ 0 h 5580668"/>
              <a:gd name="csX1" fmla="*/ 691243 w 4838702"/>
              <a:gd name="csY1" fmla="*/ 0 h 5580668"/>
              <a:gd name="csX2" fmla="*/ 1430873 w 4838702"/>
              <a:gd name="csY2" fmla="*/ 0 h 5580668"/>
              <a:gd name="csX3" fmla="*/ 1976955 w 4838702"/>
              <a:gd name="csY3" fmla="*/ 0 h 5580668"/>
              <a:gd name="csX4" fmla="*/ 2619812 w 4838702"/>
              <a:gd name="csY4" fmla="*/ 0 h 5580668"/>
              <a:gd name="csX5" fmla="*/ 3407829 w 4838702"/>
              <a:gd name="csY5" fmla="*/ 0 h 5580668"/>
              <a:gd name="csX6" fmla="*/ 4099072 w 4838702"/>
              <a:gd name="csY6" fmla="*/ 0 h 5580668"/>
              <a:gd name="csX7" fmla="*/ 4838702 w 4838702"/>
              <a:gd name="csY7" fmla="*/ 0 h 5580668"/>
              <a:gd name="csX8" fmla="*/ 4838702 w 4838702"/>
              <a:gd name="csY8" fmla="*/ 585970 h 5580668"/>
              <a:gd name="csX9" fmla="*/ 4838702 w 4838702"/>
              <a:gd name="csY9" fmla="*/ 1227747 h 5580668"/>
              <a:gd name="csX10" fmla="*/ 4838702 w 4838702"/>
              <a:gd name="csY10" fmla="*/ 1925330 h 5580668"/>
              <a:gd name="csX11" fmla="*/ 4838702 w 4838702"/>
              <a:gd name="csY11" fmla="*/ 2678721 h 5580668"/>
              <a:gd name="csX12" fmla="*/ 4838702 w 4838702"/>
              <a:gd name="csY12" fmla="*/ 3264691 h 5580668"/>
              <a:gd name="csX13" fmla="*/ 4838702 w 4838702"/>
              <a:gd name="csY13" fmla="*/ 3850661 h 5580668"/>
              <a:gd name="csX14" fmla="*/ 4838702 w 4838702"/>
              <a:gd name="csY14" fmla="*/ 4548244 h 5580668"/>
              <a:gd name="csX15" fmla="*/ 4838702 w 4838702"/>
              <a:gd name="csY15" fmla="*/ 5580668 h 5580668"/>
              <a:gd name="csX16" fmla="*/ 4244233 w 4838702"/>
              <a:gd name="csY16" fmla="*/ 5580668 h 5580668"/>
              <a:gd name="csX17" fmla="*/ 3456216 w 4838702"/>
              <a:gd name="csY17" fmla="*/ 5580668 h 5580668"/>
              <a:gd name="csX18" fmla="*/ 2861747 w 4838702"/>
              <a:gd name="csY18" fmla="*/ 5580668 h 5580668"/>
              <a:gd name="csX19" fmla="*/ 2218890 w 4838702"/>
              <a:gd name="csY19" fmla="*/ 5580668 h 5580668"/>
              <a:gd name="csX20" fmla="*/ 1527647 w 4838702"/>
              <a:gd name="csY20" fmla="*/ 5580668 h 5580668"/>
              <a:gd name="csX21" fmla="*/ 933178 w 4838702"/>
              <a:gd name="csY21" fmla="*/ 5580668 h 5580668"/>
              <a:gd name="csX22" fmla="*/ 0 w 4838702"/>
              <a:gd name="csY22" fmla="*/ 5580668 h 5580668"/>
              <a:gd name="csX23" fmla="*/ 0 w 4838702"/>
              <a:gd name="csY23" fmla="*/ 4994698 h 5580668"/>
              <a:gd name="csX24" fmla="*/ 0 w 4838702"/>
              <a:gd name="csY24" fmla="*/ 4408728 h 5580668"/>
              <a:gd name="csX25" fmla="*/ 0 w 4838702"/>
              <a:gd name="csY25" fmla="*/ 3711144 h 5580668"/>
              <a:gd name="csX26" fmla="*/ 0 w 4838702"/>
              <a:gd name="csY26" fmla="*/ 2957754 h 5580668"/>
              <a:gd name="csX27" fmla="*/ 0 w 4838702"/>
              <a:gd name="csY27" fmla="*/ 2204364 h 5580668"/>
              <a:gd name="csX28" fmla="*/ 0 w 4838702"/>
              <a:gd name="csY28" fmla="*/ 1618394 h 5580668"/>
              <a:gd name="csX29" fmla="*/ 0 w 4838702"/>
              <a:gd name="csY29" fmla="*/ 865004 h 5580668"/>
              <a:gd name="csX30" fmla="*/ 0 w 4838702"/>
              <a:gd name="csY30" fmla="*/ 0 h 5580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4838702" h="5580668" fill="none" extrusionOk="0">
                <a:moveTo>
                  <a:pt x="0" y="0"/>
                </a:moveTo>
                <a:cubicBezTo>
                  <a:pt x="307769" y="-18160"/>
                  <a:pt x="547966" y="2845"/>
                  <a:pt x="691243" y="0"/>
                </a:cubicBezTo>
                <a:cubicBezTo>
                  <a:pt x="834520" y="-2845"/>
                  <a:pt x="1169293" y="30844"/>
                  <a:pt x="1430873" y="0"/>
                </a:cubicBezTo>
                <a:cubicBezTo>
                  <a:pt x="1692453" y="-30844"/>
                  <a:pt x="1800264" y="5882"/>
                  <a:pt x="1976955" y="0"/>
                </a:cubicBezTo>
                <a:cubicBezTo>
                  <a:pt x="2153646" y="-5882"/>
                  <a:pt x="2357518" y="28574"/>
                  <a:pt x="2619812" y="0"/>
                </a:cubicBezTo>
                <a:cubicBezTo>
                  <a:pt x="2882106" y="-28574"/>
                  <a:pt x="3036949" y="38585"/>
                  <a:pt x="3407829" y="0"/>
                </a:cubicBezTo>
                <a:cubicBezTo>
                  <a:pt x="3778709" y="-38585"/>
                  <a:pt x="3878114" y="-25748"/>
                  <a:pt x="4099072" y="0"/>
                </a:cubicBezTo>
                <a:cubicBezTo>
                  <a:pt x="4320030" y="25748"/>
                  <a:pt x="4537078" y="23130"/>
                  <a:pt x="4838702" y="0"/>
                </a:cubicBezTo>
                <a:cubicBezTo>
                  <a:pt x="4866286" y="170202"/>
                  <a:pt x="4834221" y="296844"/>
                  <a:pt x="4838702" y="585970"/>
                </a:cubicBezTo>
                <a:cubicBezTo>
                  <a:pt x="4843184" y="875096"/>
                  <a:pt x="4820948" y="1079382"/>
                  <a:pt x="4838702" y="1227747"/>
                </a:cubicBezTo>
                <a:cubicBezTo>
                  <a:pt x="4856456" y="1376112"/>
                  <a:pt x="4858820" y="1780680"/>
                  <a:pt x="4838702" y="1925330"/>
                </a:cubicBezTo>
                <a:cubicBezTo>
                  <a:pt x="4818584" y="2069980"/>
                  <a:pt x="4813035" y="2393008"/>
                  <a:pt x="4838702" y="2678721"/>
                </a:cubicBezTo>
                <a:cubicBezTo>
                  <a:pt x="4864369" y="2964434"/>
                  <a:pt x="4856449" y="3118974"/>
                  <a:pt x="4838702" y="3264691"/>
                </a:cubicBezTo>
                <a:cubicBezTo>
                  <a:pt x="4820956" y="3410408"/>
                  <a:pt x="4827220" y="3708832"/>
                  <a:pt x="4838702" y="3850661"/>
                </a:cubicBezTo>
                <a:cubicBezTo>
                  <a:pt x="4850185" y="3992490"/>
                  <a:pt x="4858530" y="4343178"/>
                  <a:pt x="4838702" y="4548244"/>
                </a:cubicBezTo>
                <a:cubicBezTo>
                  <a:pt x="4818874" y="4753310"/>
                  <a:pt x="4878364" y="5291535"/>
                  <a:pt x="4838702" y="5580668"/>
                </a:cubicBezTo>
                <a:cubicBezTo>
                  <a:pt x="4659844" y="5596280"/>
                  <a:pt x="4442801" y="5599131"/>
                  <a:pt x="4244233" y="5580668"/>
                </a:cubicBezTo>
                <a:cubicBezTo>
                  <a:pt x="4045665" y="5562205"/>
                  <a:pt x="3846915" y="5599952"/>
                  <a:pt x="3456216" y="5580668"/>
                </a:cubicBezTo>
                <a:cubicBezTo>
                  <a:pt x="3065517" y="5561384"/>
                  <a:pt x="3122099" y="5579341"/>
                  <a:pt x="2861747" y="5580668"/>
                </a:cubicBezTo>
                <a:cubicBezTo>
                  <a:pt x="2601395" y="5581995"/>
                  <a:pt x="2440421" y="5586330"/>
                  <a:pt x="2218890" y="5580668"/>
                </a:cubicBezTo>
                <a:cubicBezTo>
                  <a:pt x="1997359" y="5575006"/>
                  <a:pt x="1690721" y="5574611"/>
                  <a:pt x="1527647" y="5580668"/>
                </a:cubicBezTo>
                <a:cubicBezTo>
                  <a:pt x="1364573" y="5586725"/>
                  <a:pt x="1060445" y="5558220"/>
                  <a:pt x="933178" y="5580668"/>
                </a:cubicBezTo>
                <a:cubicBezTo>
                  <a:pt x="805911" y="5603116"/>
                  <a:pt x="276876" y="5583877"/>
                  <a:pt x="0" y="5580668"/>
                </a:cubicBezTo>
                <a:cubicBezTo>
                  <a:pt x="-11667" y="5342149"/>
                  <a:pt x="21825" y="5182626"/>
                  <a:pt x="0" y="4994698"/>
                </a:cubicBezTo>
                <a:cubicBezTo>
                  <a:pt x="-21825" y="4806770"/>
                  <a:pt x="-29273" y="4624896"/>
                  <a:pt x="0" y="4408728"/>
                </a:cubicBezTo>
                <a:cubicBezTo>
                  <a:pt x="29273" y="4192560"/>
                  <a:pt x="3951" y="3995146"/>
                  <a:pt x="0" y="3711144"/>
                </a:cubicBezTo>
                <a:cubicBezTo>
                  <a:pt x="-3951" y="3427142"/>
                  <a:pt x="25194" y="3188929"/>
                  <a:pt x="0" y="2957754"/>
                </a:cubicBezTo>
                <a:cubicBezTo>
                  <a:pt x="-25194" y="2726579"/>
                  <a:pt x="-31244" y="2400085"/>
                  <a:pt x="0" y="2204364"/>
                </a:cubicBezTo>
                <a:cubicBezTo>
                  <a:pt x="31244" y="2008643"/>
                  <a:pt x="3929" y="1849422"/>
                  <a:pt x="0" y="1618394"/>
                </a:cubicBezTo>
                <a:cubicBezTo>
                  <a:pt x="-3929" y="1387366"/>
                  <a:pt x="-25112" y="1095928"/>
                  <a:pt x="0" y="865004"/>
                </a:cubicBezTo>
                <a:cubicBezTo>
                  <a:pt x="25112" y="634080"/>
                  <a:pt x="24514" y="348268"/>
                  <a:pt x="0" y="0"/>
                </a:cubicBezTo>
                <a:close/>
              </a:path>
              <a:path w="4838702" h="5580668" stroke="0" extrusionOk="0">
                <a:moveTo>
                  <a:pt x="0" y="0"/>
                </a:moveTo>
                <a:cubicBezTo>
                  <a:pt x="190914" y="6516"/>
                  <a:pt x="444628" y="3904"/>
                  <a:pt x="594469" y="0"/>
                </a:cubicBezTo>
                <a:cubicBezTo>
                  <a:pt x="744310" y="-3904"/>
                  <a:pt x="1014238" y="23876"/>
                  <a:pt x="1140551" y="0"/>
                </a:cubicBezTo>
                <a:cubicBezTo>
                  <a:pt x="1266864" y="-23876"/>
                  <a:pt x="1477295" y="1111"/>
                  <a:pt x="1686633" y="0"/>
                </a:cubicBezTo>
                <a:cubicBezTo>
                  <a:pt x="1895971" y="-1111"/>
                  <a:pt x="2128676" y="21939"/>
                  <a:pt x="2281102" y="0"/>
                </a:cubicBezTo>
                <a:cubicBezTo>
                  <a:pt x="2433528" y="-21939"/>
                  <a:pt x="2804046" y="26162"/>
                  <a:pt x="2972346" y="0"/>
                </a:cubicBezTo>
                <a:cubicBezTo>
                  <a:pt x="3140646" y="-26162"/>
                  <a:pt x="3385164" y="-21567"/>
                  <a:pt x="3760363" y="0"/>
                </a:cubicBezTo>
                <a:cubicBezTo>
                  <a:pt x="4135562" y="21567"/>
                  <a:pt x="4526926" y="50350"/>
                  <a:pt x="4838702" y="0"/>
                </a:cubicBezTo>
                <a:cubicBezTo>
                  <a:pt x="4839897" y="284580"/>
                  <a:pt x="4835992" y="394510"/>
                  <a:pt x="4838702" y="641777"/>
                </a:cubicBezTo>
                <a:cubicBezTo>
                  <a:pt x="4841412" y="889044"/>
                  <a:pt x="4817252" y="1188819"/>
                  <a:pt x="4838702" y="1450974"/>
                </a:cubicBezTo>
                <a:cubicBezTo>
                  <a:pt x="4860152" y="1713129"/>
                  <a:pt x="4821630" y="1821920"/>
                  <a:pt x="4838702" y="2036944"/>
                </a:cubicBezTo>
                <a:cubicBezTo>
                  <a:pt x="4855775" y="2251968"/>
                  <a:pt x="4839966" y="2381755"/>
                  <a:pt x="4838702" y="2622914"/>
                </a:cubicBezTo>
                <a:cubicBezTo>
                  <a:pt x="4837439" y="2864073"/>
                  <a:pt x="4830461" y="3104295"/>
                  <a:pt x="4838702" y="3432111"/>
                </a:cubicBezTo>
                <a:cubicBezTo>
                  <a:pt x="4846943" y="3759927"/>
                  <a:pt x="4817335" y="3771935"/>
                  <a:pt x="4838702" y="3962274"/>
                </a:cubicBezTo>
                <a:cubicBezTo>
                  <a:pt x="4860069" y="4152613"/>
                  <a:pt x="4834132" y="4455245"/>
                  <a:pt x="4838702" y="4604051"/>
                </a:cubicBezTo>
                <a:cubicBezTo>
                  <a:pt x="4843272" y="4752857"/>
                  <a:pt x="4800960" y="5112646"/>
                  <a:pt x="4838702" y="5580668"/>
                </a:cubicBezTo>
                <a:cubicBezTo>
                  <a:pt x="4536014" y="5580378"/>
                  <a:pt x="4381045" y="5602868"/>
                  <a:pt x="4050685" y="5580668"/>
                </a:cubicBezTo>
                <a:cubicBezTo>
                  <a:pt x="3720325" y="5558468"/>
                  <a:pt x="3738606" y="5572492"/>
                  <a:pt x="3504603" y="5580668"/>
                </a:cubicBezTo>
                <a:cubicBezTo>
                  <a:pt x="3270600" y="5588844"/>
                  <a:pt x="2976871" y="5606036"/>
                  <a:pt x="2813360" y="5580668"/>
                </a:cubicBezTo>
                <a:cubicBezTo>
                  <a:pt x="2649849" y="5555300"/>
                  <a:pt x="2274132" y="5605373"/>
                  <a:pt x="2073729" y="5580668"/>
                </a:cubicBezTo>
                <a:cubicBezTo>
                  <a:pt x="1873326" y="5555963"/>
                  <a:pt x="1641304" y="5573798"/>
                  <a:pt x="1479260" y="5580668"/>
                </a:cubicBezTo>
                <a:cubicBezTo>
                  <a:pt x="1317216" y="5587538"/>
                  <a:pt x="1018498" y="5555274"/>
                  <a:pt x="836404" y="5580668"/>
                </a:cubicBezTo>
                <a:cubicBezTo>
                  <a:pt x="654310" y="5606062"/>
                  <a:pt x="320613" y="5570183"/>
                  <a:pt x="0" y="5580668"/>
                </a:cubicBezTo>
                <a:cubicBezTo>
                  <a:pt x="-21332" y="5342604"/>
                  <a:pt x="15405" y="5221837"/>
                  <a:pt x="0" y="4938891"/>
                </a:cubicBezTo>
                <a:cubicBezTo>
                  <a:pt x="-15405" y="4655945"/>
                  <a:pt x="30650" y="4462105"/>
                  <a:pt x="0" y="4241308"/>
                </a:cubicBezTo>
                <a:cubicBezTo>
                  <a:pt x="-30650" y="4020511"/>
                  <a:pt x="6087" y="3763267"/>
                  <a:pt x="0" y="3487918"/>
                </a:cubicBezTo>
                <a:cubicBezTo>
                  <a:pt x="-6087" y="3212569"/>
                  <a:pt x="7087" y="3142564"/>
                  <a:pt x="0" y="2901947"/>
                </a:cubicBezTo>
                <a:cubicBezTo>
                  <a:pt x="-7087" y="2661330"/>
                  <a:pt x="-8408" y="2543193"/>
                  <a:pt x="0" y="2204364"/>
                </a:cubicBezTo>
                <a:cubicBezTo>
                  <a:pt x="8408" y="1865535"/>
                  <a:pt x="-25880" y="1674234"/>
                  <a:pt x="0" y="1450974"/>
                </a:cubicBezTo>
                <a:cubicBezTo>
                  <a:pt x="25880" y="1227714"/>
                  <a:pt x="-23877" y="931390"/>
                  <a:pt x="0" y="641777"/>
                </a:cubicBezTo>
                <a:cubicBezTo>
                  <a:pt x="23877" y="352164"/>
                  <a:pt x="-24070" y="234297"/>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90599549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2800" b="1" u="sng" dirty="0">
                <a:solidFill>
                  <a:schemeClr val="bg1"/>
                </a:solidFill>
                <a:latin typeface="Franklin Gothic Demi" panose="020B0703020102020204" pitchFamily="34" charset="0"/>
              </a:rPr>
              <a:t>The Three C’s</a:t>
            </a:r>
            <a:endParaRPr lang="en-US" sz="2800" b="1" dirty="0">
              <a:solidFill>
                <a:schemeClr val="bg1"/>
              </a:solidFill>
              <a:latin typeface="Franklin Gothic Demi" panose="020B0703020102020204" pitchFamily="34" charset="0"/>
            </a:endParaRPr>
          </a:p>
          <a:p>
            <a:r>
              <a:rPr lang="en-US" dirty="0">
                <a:solidFill>
                  <a:schemeClr val="bg1"/>
                </a:solidFill>
                <a:latin typeface="Franklin Gothic Demi" panose="020B0703020102020204" pitchFamily="34" charset="0"/>
              </a:rPr>
              <a:t>Character Abilities </a:t>
            </a:r>
            <a:r>
              <a:rPr lang="en-US" b="1" dirty="0">
                <a:solidFill>
                  <a:schemeClr val="bg1"/>
                </a:solidFill>
                <a:latin typeface="Franklin Gothic Book" panose="020B0503020102020204" pitchFamily="34" charset="0"/>
              </a:rPr>
              <a:t>- The player can: </a:t>
            </a:r>
          </a:p>
          <a:p>
            <a:pPr marL="285750" indent="-285750">
              <a:buFont typeface="Arial" panose="020B0604020202020204" pitchFamily="34" charset="0"/>
              <a:buChar char="•"/>
            </a:pPr>
            <a:r>
              <a:rPr lang="en-US" dirty="0">
                <a:solidFill>
                  <a:schemeClr val="bg1"/>
                </a:solidFill>
                <a:latin typeface="Franklin Gothic Book" panose="020B0503020102020204" pitchFamily="34" charset="0"/>
              </a:rPr>
              <a:t>Pick up and toggle a Flashlight ON/OFF</a:t>
            </a:r>
          </a:p>
          <a:p>
            <a:pPr marL="285750" indent="-285750">
              <a:buFont typeface="Arial" panose="020B0604020202020204" pitchFamily="34" charset="0"/>
              <a:buChar char="•"/>
            </a:pPr>
            <a:r>
              <a:rPr lang="en-US" dirty="0">
                <a:solidFill>
                  <a:schemeClr val="bg1"/>
                </a:solidFill>
                <a:latin typeface="Franklin Gothic Book" panose="020B0503020102020204" pitchFamily="34" charset="0"/>
              </a:rPr>
              <a:t>Sprint</a:t>
            </a:r>
          </a:p>
          <a:p>
            <a:pPr marL="285750" indent="-285750">
              <a:buFont typeface="Arial" panose="020B0604020202020204" pitchFamily="34" charset="0"/>
              <a:buChar char="•"/>
            </a:pPr>
            <a:r>
              <a:rPr lang="en-US" dirty="0">
                <a:solidFill>
                  <a:schemeClr val="bg1"/>
                </a:solidFill>
                <a:latin typeface="Franklin Gothic Book" panose="020B0503020102020204" pitchFamily="34" charset="0"/>
              </a:rPr>
              <a:t>Crouch</a:t>
            </a:r>
          </a:p>
          <a:p>
            <a:pPr marL="285750" indent="-285750">
              <a:buFont typeface="Arial" panose="020B0604020202020204" pitchFamily="34" charset="0"/>
              <a:buChar char="•"/>
            </a:pPr>
            <a:r>
              <a:rPr lang="en-US" dirty="0">
                <a:solidFill>
                  <a:schemeClr val="bg1"/>
                </a:solidFill>
                <a:latin typeface="Franklin Gothic Book" panose="020B0503020102020204" pitchFamily="34" charset="0"/>
              </a:rPr>
              <a:t>Pick up Items</a:t>
            </a:r>
          </a:p>
          <a:p>
            <a:pPr marL="285750" indent="-285750">
              <a:buFont typeface="Arial" panose="020B0604020202020204" pitchFamily="34" charset="0"/>
              <a:buChar char="•"/>
            </a:pPr>
            <a:r>
              <a:rPr lang="en-US" dirty="0">
                <a:solidFill>
                  <a:schemeClr val="bg1"/>
                </a:solidFill>
                <a:latin typeface="Franklin Gothic Book" panose="020B0503020102020204" pitchFamily="34" charset="0"/>
              </a:rPr>
              <a:t>Read Notes</a:t>
            </a:r>
          </a:p>
          <a:p>
            <a:endParaRPr lang="en-US" sz="1200" b="1" dirty="0">
              <a:solidFill>
                <a:schemeClr val="bg1"/>
              </a:solidFill>
              <a:latin typeface="Franklin Gothic Book" panose="020B0503020102020204" pitchFamily="34" charset="0"/>
            </a:endParaRPr>
          </a:p>
          <a:p>
            <a:r>
              <a:rPr lang="en-US" dirty="0">
                <a:solidFill>
                  <a:schemeClr val="bg1"/>
                </a:solidFill>
                <a:latin typeface="Franklin Gothic Demi" panose="020B0703020102020204" pitchFamily="34" charset="0"/>
              </a:rPr>
              <a:t>Camera</a:t>
            </a:r>
            <a:r>
              <a:rPr lang="en-US" sz="1200" b="1" dirty="0">
                <a:solidFill>
                  <a:schemeClr val="bg1"/>
                </a:solidFill>
                <a:latin typeface="Franklin Gothic Book" panose="020B0503020102020204" pitchFamily="34" charset="0"/>
              </a:rPr>
              <a:t> -  </a:t>
            </a:r>
            <a:r>
              <a:rPr lang="en-US" b="1" dirty="0">
                <a:solidFill>
                  <a:schemeClr val="bg1"/>
                </a:solidFill>
                <a:latin typeface="Franklin Gothic Book" panose="020B0503020102020204" pitchFamily="34" charset="0"/>
              </a:rPr>
              <a:t>First-Person Camera Perspective</a:t>
            </a:r>
          </a:p>
          <a:p>
            <a:endParaRPr lang="en-US" sz="1200" b="1" dirty="0">
              <a:solidFill>
                <a:schemeClr val="bg1"/>
              </a:solidFill>
              <a:latin typeface="Franklin Gothic Book" panose="020B0503020102020204" pitchFamily="34" charset="0"/>
            </a:endParaRPr>
          </a:p>
          <a:p>
            <a:r>
              <a:rPr lang="en-US" dirty="0">
                <a:solidFill>
                  <a:schemeClr val="bg1"/>
                </a:solidFill>
                <a:latin typeface="Franklin Gothic Demi" panose="020B0703020102020204" pitchFamily="34" charset="0"/>
              </a:rPr>
              <a:t>Controls</a:t>
            </a:r>
            <a:r>
              <a:rPr lang="en-US" dirty="0">
                <a:solidFill>
                  <a:schemeClr val="bg1"/>
                </a:solidFill>
                <a:latin typeface="Franklin Gothic Book" panose="020B0503020102020204" pitchFamily="34" charset="0"/>
              </a:rPr>
              <a:t> -</a:t>
            </a:r>
            <a:endParaRPr lang="en-US" sz="1200" dirty="0">
              <a:solidFill>
                <a:schemeClr val="bg1"/>
              </a:solidFill>
              <a:latin typeface="Franklin Gothic Book" panose="020B0503020102020204" pitchFamily="34" charset="0"/>
            </a:endParaRPr>
          </a:p>
          <a:p>
            <a:pPr marL="171450" indent="-171450">
              <a:buFont typeface="Arial" panose="020B0604020202020204" pitchFamily="34" charset="0"/>
              <a:buChar char="•"/>
            </a:pPr>
            <a:r>
              <a:rPr lang="en-US" dirty="0">
                <a:solidFill>
                  <a:schemeClr val="bg1"/>
                </a:solidFill>
                <a:latin typeface="Franklin Gothic Book" panose="020B0503020102020204" pitchFamily="34" charset="0"/>
              </a:rPr>
              <a:t>WASD - Movement, </a:t>
            </a:r>
          </a:p>
          <a:p>
            <a:pPr marL="171450" indent="-171450">
              <a:buFont typeface="Arial" panose="020B0604020202020204" pitchFamily="34" charset="0"/>
              <a:buChar char="•"/>
            </a:pPr>
            <a:r>
              <a:rPr lang="en-US" dirty="0">
                <a:solidFill>
                  <a:schemeClr val="bg1"/>
                </a:solidFill>
                <a:latin typeface="Franklin Gothic Book" panose="020B0503020102020204" pitchFamily="34" charset="0"/>
              </a:rPr>
              <a:t>Left Ctrl – Sprint</a:t>
            </a:r>
          </a:p>
          <a:p>
            <a:pPr marL="171450" indent="-171450">
              <a:buFont typeface="Arial" panose="020B0604020202020204" pitchFamily="34" charset="0"/>
              <a:buChar char="•"/>
            </a:pPr>
            <a:r>
              <a:rPr lang="en-US" dirty="0">
                <a:solidFill>
                  <a:schemeClr val="bg1"/>
                </a:solidFill>
                <a:latin typeface="Franklin Gothic Book" panose="020B0503020102020204" pitchFamily="34" charset="0"/>
              </a:rPr>
              <a:t>C – Crouch</a:t>
            </a:r>
          </a:p>
          <a:p>
            <a:pPr marL="171450" indent="-171450">
              <a:buFont typeface="Arial" panose="020B0604020202020204" pitchFamily="34" charset="0"/>
              <a:buChar char="•"/>
            </a:pPr>
            <a:r>
              <a:rPr lang="en-US" dirty="0">
                <a:solidFill>
                  <a:schemeClr val="bg1"/>
                </a:solidFill>
                <a:latin typeface="Franklin Gothic Book" panose="020B0503020102020204" pitchFamily="34" charset="0"/>
              </a:rPr>
              <a:t>F – Toggle Flashlight</a:t>
            </a:r>
          </a:p>
          <a:p>
            <a:pPr marL="171450" indent="-171450">
              <a:buFont typeface="Arial" panose="020B0604020202020204" pitchFamily="34" charset="0"/>
              <a:buChar char="•"/>
            </a:pPr>
            <a:r>
              <a:rPr lang="en-US" dirty="0">
                <a:solidFill>
                  <a:schemeClr val="bg1"/>
                </a:solidFill>
                <a:latin typeface="Franklin Gothic Book" panose="020B0503020102020204" pitchFamily="34" charset="0"/>
              </a:rPr>
              <a:t>E – Pick Up Items</a:t>
            </a:r>
          </a:p>
          <a:p>
            <a:pPr marL="171450" indent="-171450">
              <a:buFont typeface="Arial" panose="020B0604020202020204" pitchFamily="34" charset="0"/>
              <a:buChar char="•"/>
            </a:pPr>
            <a:r>
              <a:rPr lang="en-US" dirty="0">
                <a:solidFill>
                  <a:schemeClr val="bg1"/>
                </a:solidFill>
                <a:latin typeface="Franklin Gothic Book" panose="020B0503020102020204" pitchFamily="34" charset="0"/>
              </a:rPr>
              <a:t>Zoom – Hold Right-Click</a:t>
            </a:r>
          </a:p>
          <a:p>
            <a:endParaRPr lang="en-US" b="1" dirty="0">
              <a:solidFill>
                <a:schemeClr val="bg1"/>
              </a:solidFill>
              <a:latin typeface="Franklin Gothic Book" panose="020B0503020102020204" pitchFamily="34" charset="0"/>
            </a:endParaRPr>
          </a:p>
          <a:p>
            <a:r>
              <a:rPr lang="en-US" dirty="0">
                <a:solidFill>
                  <a:schemeClr val="bg1"/>
                </a:solidFill>
                <a:latin typeface="Franklin Gothic Demi" panose="020B0703020102020204" pitchFamily="34" charset="0"/>
              </a:rPr>
              <a:t>Movement Metrics </a:t>
            </a:r>
            <a:r>
              <a:rPr lang="en-US" dirty="0">
                <a:solidFill>
                  <a:schemeClr val="bg1"/>
                </a:solidFill>
                <a:latin typeface="Franklin Gothic Book" panose="020B0503020102020204" pitchFamily="34" charset="0"/>
              </a:rPr>
              <a:t>-  Walking – 450, Sprinting – 250, Crouching– 120</a:t>
            </a:r>
          </a:p>
          <a:p>
            <a:endParaRPr lang="en-US" b="1" dirty="0">
              <a:solidFill>
                <a:schemeClr val="bg1"/>
              </a:solidFill>
              <a:latin typeface="Franklin Gothic Demi" panose="020B0703020102020204" pitchFamily="34" charset="0"/>
            </a:endParaRPr>
          </a:p>
        </p:txBody>
      </p:sp>
    </p:spTree>
    <p:extLst>
      <p:ext uri="{BB962C8B-B14F-4D97-AF65-F5344CB8AC3E}">
        <p14:creationId xmlns:p14="http://schemas.microsoft.com/office/powerpoint/2010/main" val="3393744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C8BCF-BF96-6CA9-A2C5-4070F4CADBD9}"/>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1E13C38-94F4-DCF4-77E9-57AA50B3BC69}"/>
              </a:ext>
            </a:extLst>
          </p:cNvPr>
          <p:cNvSpPr txBox="1">
            <a:spLocks/>
          </p:cNvSpPr>
          <p:nvPr/>
        </p:nvSpPr>
        <p:spPr>
          <a:xfrm>
            <a:off x="0" y="0"/>
            <a:ext cx="7556500" cy="749300"/>
          </a:xfrm>
          <a:prstGeom prst="rect">
            <a:avLst/>
          </a:prstGeom>
          <a:solidFill>
            <a:srgbClr val="481D08"/>
          </a:solidFill>
          <a:effectLst>
            <a:outerShdw blurRad="50800" dist="38100" dir="2700000" algn="tl" rotWithShape="0">
              <a:prstClr val="black">
                <a:alpha val="40000"/>
              </a:prstClr>
            </a:outerShdw>
          </a:effectLst>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chemeClr val="bg1"/>
                </a:solidFill>
                <a:latin typeface="Franklin Gothic Medium Cond" panose="020B0606030402020204" pitchFamily="34" charset="0"/>
              </a:rPr>
              <a:t>Level Summary</a:t>
            </a:r>
          </a:p>
        </p:txBody>
      </p:sp>
      <p:sp>
        <p:nvSpPr>
          <p:cNvPr id="6" name="Rectangle 5">
            <a:extLst>
              <a:ext uri="{FF2B5EF4-FFF2-40B4-BE49-F238E27FC236}">
                <a16:creationId xmlns:a16="http://schemas.microsoft.com/office/drawing/2014/main" id="{6B79191C-30A1-5BE4-EAE7-6A4D76D3E6BD}"/>
              </a:ext>
            </a:extLst>
          </p:cNvPr>
          <p:cNvSpPr/>
          <p:nvPr/>
        </p:nvSpPr>
        <p:spPr>
          <a:xfrm>
            <a:off x="319085" y="4240239"/>
            <a:ext cx="4110926" cy="2323709"/>
          </a:xfrm>
          <a:custGeom>
            <a:avLst/>
            <a:gdLst>
              <a:gd name="csX0" fmla="*/ 0 w 4110926"/>
              <a:gd name="csY0" fmla="*/ 0 h 2323709"/>
              <a:gd name="csX1" fmla="*/ 561827 w 4110926"/>
              <a:gd name="csY1" fmla="*/ 0 h 2323709"/>
              <a:gd name="csX2" fmla="*/ 1164762 w 4110926"/>
              <a:gd name="csY2" fmla="*/ 0 h 2323709"/>
              <a:gd name="csX3" fmla="*/ 1726589 w 4110926"/>
              <a:gd name="csY3" fmla="*/ 0 h 2323709"/>
              <a:gd name="csX4" fmla="*/ 2411743 w 4110926"/>
              <a:gd name="csY4" fmla="*/ 0 h 2323709"/>
              <a:gd name="csX5" fmla="*/ 2973570 w 4110926"/>
              <a:gd name="csY5" fmla="*/ 0 h 2323709"/>
              <a:gd name="csX6" fmla="*/ 4110926 w 4110926"/>
              <a:gd name="csY6" fmla="*/ 0 h 2323709"/>
              <a:gd name="csX7" fmla="*/ 4110926 w 4110926"/>
              <a:gd name="csY7" fmla="*/ 511216 h 2323709"/>
              <a:gd name="csX8" fmla="*/ 4110926 w 4110926"/>
              <a:gd name="csY8" fmla="*/ 1068906 h 2323709"/>
              <a:gd name="csX9" fmla="*/ 4110926 w 4110926"/>
              <a:gd name="csY9" fmla="*/ 1673070 h 2323709"/>
              <a:gd name="csX10" fmla="*/ 4110926 w 4110926"/>
              <a:gd name="csY10" fmla="*/ 2323709 h 2323709"/>
              <a:gd name="csX11" fmla="*/ 3466881 w 4110926"/>
              <a:gd name="csY11" fmla="*/ 2323709 h 2323709"/>
              <a:gd name="csX12" fmla="*/ 2905054 w 4110926"/>
              <a:gd name="csY12" fmla="*/ 2323709 h 2323709"/>
              <a:gd name="csX13" fmla="*/ 2261009 w 4110926"/>
              <a:gd name="csY13" fmla="*/ 2323709 h 2323709"/>
              <a:gd name="csX14" fmla="*/ 1493636 w 4110926"/>
              <a:gd name="csY14" fmla="*/ 2323709 h 2323709"/>
              <a:gd name="csX15" fmla="*/ 849591 w 4110926"/>
              <a:gd name="csY15" fmla="*/ 2323709 h 2323709"/>
              <a:gd name="csX16" fmla="*/ 0 w 4110926"/>
              <a:gd name="csY16" fmla="*/ 2323709 h 2323709"/>
              <a:gd name="csX17" fmla="*/ 0 w 4110926"/>
              <a:gd name="csY17" fmla="*/ 1742782 h 2323709"/>
              <a:gd name="csX18" fmla="*/ 0 w 4110926"/>
              <a:gd name="csY18" fmla="*/ 1138617 h 2323709"/>
              <a:gd name="csX19" fmla="*/ 0 w 4110926"/>
              <a:gd name="csY19" fmla="*/ 511216 h 2323709"/>
              <a:gd name="csX20" fmla="*/ 0 w 4110926"/>
              <a:gd name="csY20" fmla="*/ 0 h 2323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110926" h="2323709" fill="none" extrusionOk="0">
                <a:moveTo>
                  <a:pt x="0" y="0"/>
                </a:moveTo>
                <a:cubicBezTo>
                  <a:pt x="172940" y="-10005"/>
                  <a:pt x="351440" y="-3230"/>
                  <a:pt x="561827" y="0"/>
                </a:cubicBezTo>
                <a:cubicBezTo>
                  <a:pt x="772214" y="3230"/>
                  <a:pt x="881264" y="-6616"/>
                  <a:pt x="1164762" y="0"/>
                </a:cubicBezTo>
                <a:cubicBezTo>
                  <a:pt x="1448260" y="6616"/>
                  <a:pt x="1504627" y="25091"/>
                  <a:pt x="1726589" y="0"/>
                </a:cubicBezTo>
                <a:cubicBezTo>
                  <a:pt x="1948551" y="-25091"/>
                  <a:pt x="2256159" y="11283"/>
                  <a:pt x="2411743" y="0"/>
                </a:cubicBezTo>
                <a:cubicBezTo>
                  <a:pt x="2567327" y="-11283"/>
                  <a:pt x="2816932" y="-2662"/>
                  <a:pt x="2973570" y="0"/>
                </a:cubicBezTo>
                <a:cubicBezTo>
                  <a:pt x="3130208" y="2662"/>
                  <a:pt x="3754812" y="45533"/>
                  <a:pt x="4110926" y="0"/>
                </a:cubicBezTo>
                <a:cubicBezTo>
                  <a:pt x="4090502" y="187963"/>
                  <a:pt x="4113674" y="345062"/>
                  <a:pt x="4110926" y="511216"/>
                </a:cubicBezTo>
                <a:cubicBezTo>
                  <a:pt x="4108178" y="677370"/>
                  <a:pt x="4134255" y="801014"/>
                  <a:pt x="4110926" y="1068906"/>
                </a:cubicBezTo>
                <a:cubicBezTo>
                  <a:pt x="4087598" y="1336798"/>
                  <a:pt x="4117578" y="1544444"/>
                  <a:pt x="4110926" y="1673070"/>
                </a:cubicBezTo>
                <a:cubicBezTo>
                  <a:pt x="4104274" y="1801696"/>
                  <a:pt x="4131424" y="2001631"/>
                  <a:pt x="4110926" y="2323709"/>
                </a:cubicBezTo>
                <a:cubicBezTo>
                  <a:pt x="3822891" y="2331886"/>
                  <a:pt x="3689273" y="2293751"/>
                  <a:pt x="3466881" y="2323709"/>
                </a:cubicBezTo>
                <a:cubicBezTo>
                  <a:pt x="3244490" y="2353667"/>
                  <a:pt x="3077086" y="2334064"/>
                  <a:pt x="2905054" y="2323709"/>
                </a:cubicBezTo>
                <a:cubicBezTo>
                  <a:pt x="2733022" y="2313354"/>
                  <a:pt x="2559709" y="2301091"/>
                  <a:pt x="2261009" y="2323709"/>
                </a:cubicBezTo>
                <a:cubicBezTo>
                  <a:pt x="1962309" y="2346327"/>
                  <a:pt x="1729097" y="2325034"/>
                  <a:pt x="1493636" y="2323709"/>
                </a:cubicBezTo>
                <a:cubicBezTo>
                  <a:pt x="1258175" y="2322384"/>
                  <a:pt x="1012334" y="2302342"/>
                  <a:pt x="849591" y="2323709"/>
                </a:cubicBezTo>
                <a:cubicBezTo>
                  <a:pt x="686849" y="2345076"/>
                  <a:pt x="219524" y="2355888"/>
                  <a:pt x="0" y="2323709"/>
                </a:cubicBezTo>
                <a:cubicBezTo>
                  <a:pt x="6914" y="2045753"/>
                  <a:pt x="-24900" y="2007066"/>
                  <a:pt x="0" y="1742782"/>
                </a:cubicBezTo>
                <a:cubicBezTo>
                  <a:pt x="24900" y="1478498"/>
                  <a:pt x="-13440" y="1364898"/>
                  <a:pt x="0" y="1138617"/>
                </a:cubicBezTo>
                <a:cubicBezTo>
                  <a:pt x="13440" y="912337"/>
                  <a:pt x="-6978" y="742914"/>
                  <a:pt x="0" y="511216"/>
                </a:cubicBezTo>
                <a:cubicBezTo>
                  <a:pt x="6978" y="279518"/>
                  <a:pt x="-16895" y="250697"/>
                  <a:pt x="0" y="0"/>
                </a:cubicBezTo>
                <a:close/>
              </a:path>
              <a:path w="4110926" h="2323709" stroke="0" extrusionOk="0">
                <a:moveTo>
                  <a:pt x="0" y="0"/>
                </a:moveTo>
                <a:cubicBezTo>
                  <a:pt x="131521" y="8383"/>
                  <a:pt x="453625" y="-5675"/>
                  <a:pt x="602936" y="0"/>
                </a:cubicBezTo>
                <a:cubicBezTo>
                  <a:pt x="752247" y="5675"/>
                  <a:pt x="1102399" y="-8968"/>
                  <a:pt x="1329199" y="0"/>
                </a:cubicBezTo>
                <a:cubicBezTo>
                  <a:pt x="1555999" y="8968"/>
                  <a:pt x="1802679" y="-17868"/>
                  <a:pt x="2055463" y="0"/>
                </a:cubicBezTo>
                <a:cubicBezTo>
                  <a:pt x="2308247" y="17868"/>
                  <a:pt x="2451158" y="-594"/>
                  <a:pt x="2617290" y="0"/>
                </a:cubicBezTo>
                <a:cubicBezTo>
                  <a:pt x="2783422" y="594"/>
                  <a:pt x="3044308" y="-767"/>
                  <a:pt x="3384662" y="0"/>
                </a:cubicBezTo>
                <a:cubicBezTo>
                  <a:pt x="3725016" y="767"/>
                  <a:pt x="3784357" y="-26058"/>
                  <a:pt x="4110926" y="0"/>
                </a:cubicBezTo>
                <a:cubicBezTo>
                  <a:pt x="4102657" y="257437"/>
                  <a:pt x="4132231" y="395381"/>
                  <a:pt x="4110926" y="580927"/>
                </a:cubicBezTo>
                <a:cubicBezTo>
                  <a:pt x="4089621" y="766473"/>
                  <a:pt x="4081548" y="1015130"/>
                  <a:pt x="4110926" y="1208329"/>
                </a:cubicBezTo>
                <a:cubicBezTo>
                  <a:pt x="4140304" y="1401528"/>
                  <a:pt x="4127512" y="1690211"/>
                  <a:pt x="4110926" y="1812493"/>
                </a:cubicBezTo>
                <a:cubicBezTo>
                  <a:pt x="4094340" y="1934775"/>
                  <a:pt x="4114462" y="2141668"/>
                  <a:pt x="4110926" y="2323709"/>
                </a:cubicBezTo>
                <a:cubicBezTo>
                  <a:pt x="3969668" y="2349317"/>
                  <a:pt x="3663992" y="2328717"/>
                  <a:pt x="3507990" y="2323709"/>
                </a:cubicBezTo>
                <a:cubicBezTo>
                  <a:pt x="3351988" y="2318701"/>
                  <a:pt x="3089611" y="2340396"/>
                  <a:pt x="2863945" y="2323709"/>
                </a:cubicBezTo>
                <a:cubicBezTo>
                  <a:pt x="2638280" y="2307022"/>
                  <a:pt x="2415476" y="2297629"/>
                  <a:pt x="2261009" y="2323709"/>
                </a:cubicBezTo>
                <a:cubicBezTo>
                  <a:pt x="2106542" y="2349789"/>
                  <a:pt x="1681154" y="2288809"/>
                  <a:pt x="1534746" y="2323709"/>
                </a:cubicBezTo>
                <a:cubicBezTo>
                  <a:pt x="1388338" y="2358609"/>
                  <a:pt x="1150201" y="2316178"/>
                  <a:pt x="849591" y="2323709"/>
                </a:cubicBezTo>
                <a:cubicBezTo>
                  <a:pt x="548981" y="2331240"/>
                  <a:pt x="321117" y="2363528"/>
                  <a:pt x="0" y="2323709"/>
                </a:cubicBezTo>
                <a:cubicBezTo>
                  <a:pt x="-10676" y="2138837"/>
                  <a:pt x="-3291" y="1831275"/>
                  <a:pt x="0" y="1696308"/>
                </a:cubicBezTo>
                <a:cubicBezTo>
                  <a:pt x="3291" y="1561341"/>
                  <a:pt x="-2200" y="1292346"/>
                  <a:pt x="0" y="1115380"/>
                </a:cubicBezTo>
                <a:cubicBezTo>
                  <a:pt x="2200" y="938414"/>
                  <a:pt x="-9190" y="779453"/>
                  <a:pt x="0" y="604164"/>
                </a:cubicBezTo>
                <a:cubicBezTo>
                  <a:pt x="9190" y="428875"/>
                  <a:pt x="-17990" y="299729"/>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881434125">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600" dirty="0">
                <a:solidFill>
                  <a:schemeClr val="bg1"/>
                </a:solidFill>
                <a:latin typeface="Franklin Gothic Demi" panose="020B0703020102020204" pitchFamily="34" charset="0"/>
              </a:rPr>
              <a:t>Setting</a:t>
            </a:r>
            <a:r>
              <a:rPr lang="en-US" sz="1600" dirty="0">
                <a:solidFill>
                  <a:schemeClr val="bg1"/>
                </a:solidFill>
                <a:latin typeface="Franklin Gothic Book" panose="020B0503020102020204" pitchFamily="34" charset="0"/>
              </a:rPr>
              <a:t> -  Set in modern day, inside an old, dark, long abandoned power plant, tight corridors, vents and air ducts that require crouching, some flickering lights</a:t>
            </a:r>
          </a:p>
          <a:p>
            <a:endParaRPr lang="en-US" sz="1600" dirty="0">
              <a:solidFill>
                <a:schemeClr val="bg1"/>
              </a:solidFill>
              <a:latin typeface="Franklin Gothic Book" panose="020B0503020102020204" pitchFamily="34" charset="0"/>
            </a:endParaRPr>
          </a:p>
          <a:p>
            <a:r>
              <a:rPr lang="en-US" sz="1600" dirty="0">
                <a:solidFill>
                  <a:schemeClr val="bg1"/>
                </a:solidFill>
                <a:latin typeface="Franklin Gothic Demi" panose="020B0703020102020204" pitchFamily="34" charset="0"/>
              </a:rPr>
              <a:t>Time of Day </a:t>
            </a:r>
            <a:r>
              <a:rPr lang="en-US" sz="1600" dirty="0">
                <a:solidFill>
                  <a:schemeClr val="bg1"/>
                </a:solidFill>
                <a:latin typeface="Franklin Gothic Book" panose="020B0503020102020204" pitchFamily="34" charset="0"/>
              </a:rPr>
              <a:t>- Midnight</a:t>
            </a:r>
          </a:p>
          <a:p>
            <a:endParaRPr lang="en-US" sz="1600" dirty="0">
              <a:solidFill>
                <a:schemeClr val="bg1"/>
              </a:solidFill>
              <a:latin typeface="Franklin Gothic Book" panose="020B0503020102020204" pitchFamily="34" charset="0"/>
            </a:endParaRPr>
          </a:p>
          <a:p>
            <a:r>
              <a:rPr lang="en-US" sz="1600" dirty="0">
                <a:solidFill>
                  <a:schemeClr val="bg1"/>
                </a:solidFill>
                <a:latin typeface="Franklin Gothic Demi" panose="020B0703020102020204" pitchFamily="34" charset="0"/>
              </a:rPr>
              <a:t>Estimated Player Completion Time </a:t>
            </a:r>
            <a:r>
              <a:rPr lang="en-US" sz="1600" dirty="0">
                <a:solidFill>
                  <a:schemeClr val="bg1"/>
                </a:solidFill>
                <a:latin typeface="Franklin Gothic Book" panose="020B0503020102020204" pitchFamily="34" charset="0"/>
              </a:rPr>
              <a:t>– Approx. 10-15 Minutes</a:t>
            </a:r>
          </a:p>
          <a:p>
            <a:endParaRPr lang="en-US" dirty="0">
              <a:solidFill>
                <a:schemeClr val="tx1"/>
              </a:solidFill>
            </a:endParaRPr>
          </a:p>
        </p:txBody>
      </p:sp>
      <p:sp>
        <p:nvSpPr>
          <p:cNvPr id="7" name="Rectangle 6">
            <a:extLst>
              <a:ext uri="{FF2B5EF4-FFF2-40B4-BE49-F238E27FC236}">
                <a16:creationId xmlns:a16="http://schemas.microsoft.com/office/drawing/2014/main" id="{6963A499-97F3-3432-B2A9-55724BD070EB}"/>
              </a:ext>
            </a:extLst>
          </p:cNvPr>
          <p:cNvSpPr/>
          <p:nvPr/>
        </p:nvSpPr>
        <p:spPr>
          <a:xfrm>
            <a:off x="319087" y="876692"/>
            <a:ext cx="7033820" cy="1007831"/>
          </a:xfrm>
          <a:custGeom>
            <a:avLst/>
            <a:gdLst>
              <a:gd name="csX0" fmla="*/ 0 w 7033820"/>
              <a:gd name="csY0" fmla="*/ 0 h 1007831"/>
              <a:gd name="csX1" fmla="*/ 639438 w 7033820"/>
              <a:gd name="csY1" fmla="*/ 0 h 1007831"/>
              <a:gd name="csX2" fmla="*/ 1278876 w 7033820"/>
              <a:gd name="csY2" fmla="*/ 0 h 1007831"/>
              <a:gd name="csX3" fmla="*/ 1918315 w 7033820"/>
              <a:gd name="csY3" fmla="*/ 0 h 1007831"/>
              <a:gd name="csX4" fmla="*/ 2417076 w 7033820"/>
              <a:gd name="csY4" fmla="*/ 0 h 1007831"/>
              <a:gd name="csX5" fmla="*/ 3197191 w 7033820"/>
              <a:gd name="csY5" fmla="*/ 0 h 1007831"/>
              <a:gd name="csX6" fmla="*/ 3625614 w 7033820"/>
              <a:gd name="csY6" fmla="*/ 0 h 1007831"/>
              <a:gd name="csX7" fmla="*/ 4335391 w 7033820"/>
              <a:gd name="csY7" fmla="*/ 0 h 1007831"/>
              <a:gd name="csX8" fmla="*/ 4834153 w 7033820"/>
              <a:gd name="csY8" fmla="*/ 0 h 1007831"/>
              <a:gd name="csX9" fmla="*/ 5262576 w 7033820"/>
              <a:gd name="csY9" fmla="*/ 0 h 1007831"/>
              <a:gd name="csX10" fmla="*/ 6042691 w 7033820"/>
              <a:gd name="csY10" fmla="*/ 0 h 1007831"/>
              <a:gd name="csX11" fmla="*/ 7033820 w 7033820"/>
              <a:gd name="csY11" fmla="*/ 0 h 1007831"/>
              <a:gd name="csX12" fmla="*/ 7033820 w 7033820"/>
              <a:gd name="csY12" fmla="*/ 524072 h 1007831"/>
              <a:gd name="csX13" fmla="*/ 7033820 w 7033820"/>
              <a:gd name="csY13" fmla="*/ 1007831 h 1007831"/>
              <a:gd name="csX14" fmla="*/ 6535058 w 7033820"/>
              <a:gd name="csY14" fmla="*/ 1007831 h 1007831"/>
              <a:gd name="csX15" fmla="*/ 6106635 w 7033820"/>
              <a:gd name="csY15" fmla="*/ 1007831 h 1007831"/>
              <a:gd name="csX16" fmla="*/ 5326520 w 7033820"/>
              <a:gd name="csY16" fmla="*/ 1007831 h 1007831"/>
              <a:gd name="csX17" fmla="*/ 4827758 w 7033820"/>
              <a:gd name="csY17" fmla="*/ 1007831 h 1007831"/>
              <a:gd name="csX18" fmla="*/ 4047644 w 7033820"/>
              <a:gd name="csY18" fmla="*/ 1007831 h 1007831"/>
              <a:gd name="csX19" fmla="*/ 3267529 w 7033820"/>
              <a:gd name="csY19" fmla="*/ 1007831 h 1007831"/>
              <a:gd name="csX20" fmla="*/ 2487415 w 7033820"/>
              <a:gd name="csY20" fmla="*/ 1007831 h 1007831"/>
              <a:gd name="csX21" fmla="*/ 2058991 w 7033820"/>
              <a:gd name="csY21" fmla="*/ 1007831 h 1007831"/>
              <a:gd name="csX22" fmla="*/ 1630567 w 7033820"/>
              <a:gd name="csY22" fmla="*/ 1007831 h 1007831"/>
              <a:gd name="csX23" fmla="*/ 920791 w 7033820"/>
              <a:gd name="csY23" fmla="*/ 1007831 h 1007831"/>
              <a:gd name="csX24" fmla="*/ 0 w 7033820"/>
              <a:gd name="csY24" fmla="*/ 1007831 h 1007831"/>
              <a:gd name="csX25" fmla="*/ 0 w 7033820"/>
              <a:gd name="csY25" fmla="*/ 534150 h 1007831"/>
              <a:gd name="csX26" fmla="*/ 0 w 7033820"/>
              <a:gd name="csY26" fmla="*/ 0 h 10078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7033820" h="1007831" fill="none" extrusionOk="0">
                <a:moveTo>
                  <a:pt x="0" y="0"/>
                </a:moveTo>
                <a:cubicBezTo>
                  <a:pt x="187178" y="1946"/>
                  <a:pt x="389744" y="7650"/>
                  <a:pt x="639438" y="0"/>
                </a:cubicBezTo>
                <a:cubicBezTo>
                  <a:pt x="889132" y="-7650"/>
                  <a:pt x="971231" y="13417"/>
                  <a:pt x="1278876" y="0"/>
                </a:cubicBezTo>
                <a:cubicBezTo>
                  <a:pt x="1586521" y="-13417"/>
                  <a:pt x="1788939" y="-25791"/>
                  <a:pt x="1918315" y="0"/>
                </a:cubicBezTo>
                <a:cubicBezTo>
                  <a:pt x="2047691" y="25791"/>
                  <a:pt x="2271954" y="-4922"/>
                  <a:pt x="2417076" y="0"/>
                </a:cubicBezTo>
                <a:cubicBezTo>
                  <a:pt x="2562198" y="4922"/>
                  <a:pt x="2814803" y="12187"/>
                  <a:pt x="3197191" y="0"/>
                </a:cubicBezTo>
                <a:cubicBezTo>
                  <a:pt x="3579579" y="-12187"/>
                  <a:pt x="3525737" y="-19140"/>
                  <a:pt x="3625614" y="0"/>
                </a:cubicBezTo>
                <a:cubicBezTo>
                  <a:pt x="3725491" y="19140"/>
                  <a:pt x="4192965" y="-17074"/>
                  <a:pt x="4335391" y="0"/>
                </a:cubicBezTo>
                <a:cubicBezTo>
                  <a:pt x="4477817" y="17074"/>
                  <a:pt x="4730320" y="-20555"/>
                  <a:pt x="4834153" y="0"/>
                </a:cubicBezTo>
                <a:cubicBezTo>
                  <a:pt x="4937986" y="20555"/>
                  <a:pt x="5102077" y="7557"/>
                  <a:pt x="5262576" y="0"/>
                </a:cubicBezTo>
                <a:cubicBezTo>
                  <a:pt x="5423075" y="-7557"/>
                  <a:pt x="5792293" y="6790"/>
                  <a:pt x="6042691" y="0"/>
                </a:cubicBezTo>
                <a:cubicBezTo>
                  <a:pt x="6293089" y="-6790"/>
                  <a:pt x="6657281" y="4993"/>
                  <a:pt x="7033820" y="0"/>
                </a:cubicBezTo>
                <a:cubicBezTo>
                  <a:pt x="7050983" y="124089"/>
                  <a:pt x="7034406" y="325131"/>
                  <a:pt x="7033820" y="524072"/>
                </a:cubicBezTo>
                <a:cubicBezTo>
                  <a:pt x="7033234" y="723013"/>
                  <a:pt x="7032132" y="791380"/>
                  <a:pt x="7033820" y="1007831"/>
                </a:cubicBezTo>
                <a:cubicBezTo>
                  <a:pt x="6923000" y="1027305"/>
                  <a:pt x="6657646" y="1022264"/>
                  <a:pt x="6535058" y="1007831"/>
                </a:cubicBezTo>
                <a:cubicBezTo>
                  <a:pt x="6412470" y="993398"/>
                  <a:pt x="6236419" y="994441"/>
                  <a:pt x="6106635" y="1007831"/>
                </a:cubicBezTo>
                <a:cubicBezTo>
                  <a:pt x="5976851" y="1021221"/>
                  <a:pt x="5543416" y="969240"/>
                  <a:pt x="5326520" y="1007831"/>
                </a:cubicBezTo>
                <a:cubicBezTo>
                  <a:pt x="5109624" y="1046422"/>
                  <a:pt x="5018615" y="989463"/>
                  <a:pt x="4827758" y="1007831"/>
                </a:cubicBezTo>
                <a:cubicBezTo>
                  <a:pt x="4636901" y="1026199"/>
                  <a:pt x="4393519" y="1045909"/>
                  <a:pt x="4047644" y="1007831"/>
                </a:cubicBezTo>
                <a:cubicBezTo>
                  <a:pt x="3701769" y="969753"/>
                  <a:pt x="3505909" y="976816"/>
                  <a:pt x="3267529" y="1007831"/>
                </a:cubicBezTo>
                <a:cubicBezTo>
                  <a:pt x="3029150" y="1038846"/>
                  <a:pt x="2724959" y="1031271"/>
                  <a:pt x="2487415" y="1007831"/>
                </a:cubicBezTo>
                <a:cubicBezTo>
                  <a:pt x="2249871" y="984391"/>
                  <a:pt x="2204495" y="1011833"/>
                  <a:pt x="2058991" y="1007831"/>
                </a:cubicBezTo>
                <a:cubicBezTo>
                  <a:pt x="1913487" y="1003829"/>
                  <a:pt x="1794611" y="1027410"/>
                  <a:pt x="1630567" y="1007831"/>
                </a:cubicBezTo>
                <a:cubicBezTo>
                  <a:pt x="1466523" y="988252"/>
                  <a:pt x="1095380" y="1012642"/>
                  <a:pt x="920791" y="1007831"/>
                </a:cubicBezTo>
                <a:cubicBezTo>
                  <a:pt x="746202" y="1003020"/>
                  <a:pt x="411862" y="992390"/>
                  <a:pt x="0" y="1007831"/>
                </a:cubicBezTo>
                <a:cubicBezTo>
                  <a:pt x="-3" y="811060"/>
                  <a:pt x="13371" y="765381"/>
                  <a:pt x="0" y="534150"/>
                </a:cubicBezTo>
                <a:cubicBezTo>
                  <a:pt x="-13371" y="302919"/>
                  <a:pt x="-10677" y="179598"/>
                  <a:pt x="0" y="0"/>
                </a:cubicBezTo>
                <a:close/>
              </a:path>
              <a:path w="7033820" h="1007831" stroke="0" extrusionOk="0">
                <a:moveTo>
                  <a:pt x="0" y="0"/>
                </a:moveTo>
                <a:cubicBezTo>
                  <a:pt x="200859" y="21025"/>
                  <a:pt x="271706" y="-12779"/>
                  <a:pt x="428424" y="0"/>
                </a:cubicBezTo>
                <a:cubicBezTo>
                  <a:pt x="585142" y="12779"/>
                  <a:pt x="819668" y="26154"/>
                  <a:pt x="1138200" y="0"/>
                </a:cubicBezTo>
                <a:cubicBezTo>
                  <a:pt x="1456732" y="-26154"/>
                  <a:pt x="1474691" y="-22654"/>
                  <a:pt x="1636962" y="0"/>
                </a:cubicBezTo>
                <a:cubicBezTo>
                  <a:pt x="1799233" y="22654"/>
                  <a:pt x="1998516" y="-6441"/>
                  <a:pt x="2135724" y="0"/>
                </a:cubicBezTo>
                <a:cubicBezTo>
                  <a:pt x="2272932" y="6441"/>
                  <a:pt x="2694591" y="-17872"/>
                  <a:pt x="2845500" y="0"/>
                </a:cubicBezTo>
                <a:cubicBezTo>
                  <a:pt x="2996409" y="17872"/>
                  <a:pt x="3254803" y="-15481"/>
                  <a:pt x="3484938" y="0"/>
                </a:cubicBezTo>
                <a:cubicBezTo>
                  <a:pt x="3715073" y="15481"/>
                  <a:pt x="3934296" y="-5733"/>
                  <a:pt x="4124376" y="0"/>
                </a:cubicBezTo>
                <a:cubicBezTo>
                  <a:pt x="4314456" y="5733"/>
                  <a:pt x="4691165" y="-4531"/>
                  <a:pt x="4904491" y="0"/>
                </a:cubicBezTo>
                <a:cubicBezTo>
                  <a:pt x="5117818" y="4531"/>
                  <a:pt x="5287597" y="-202"/>
                  <a:pt x="5403253" y="0"/>
                </a:cubicBezTo>
                <a:cubicBezTo>
                  <a:pt x="5518909" y="202"/>
                  <a:pt x="5907119" y="989"/>
                  <a:pt x="6183367" y="0"/>
                </a:cubicBezTo>
                <a:cubicBezTo>
                  <a:pt x="6459615" y="-989"/>
                  <a:pt x="6678704" y="23633"/>
                  <a:pt x="7033820" y="0"/>
                </a:cubicBezTo>
                <a:cubicBezTo>
                  <a:pt x="7051126" y="190320"/>
                  <a:pt x="7013603" y="317594"/>
                  <a:pt x="7033820" y="473681"/>
                </a:cubicBezTo>
                <a:cubicBezTo>
                  <a:pt x="7054037" y="629768"/>
                  <a:pt x="7021701" y="825497"/>
                  <a:pt x="7033820" y="1007831"/>
                </a:cubicBezTo>
                <a:cubicBezTo>
                  <a:pt x="6831768" y="986657"/>
                  <a:pt x="6659765" y="999438"/>
                  <a:pt x="6394382" y="1007831"/>
                </a:cubicBezTo>
                <a:cubicBezTo>
                  <a:pt x="6128999" y="1016224"/>
                  <a:pt x="5999320" y="994017"/>
                  <a:pt x="5614267" y="1007831"/>
                </a:cubicBezTo>
                <a:cubicBezTo>
                  <a:pt x="5229215" y="1021645"/>
                  <a:pt x="5146668" y="1014274"/>
                  <a:pt x="4974829" y="1007831"/>
                </a:cubicBezTo>
                <a:cubicBezTo>
                  <a:pt x="4802990" y="1001388"/>
                  <a:pt x="4364781" y="1043529"/>
                  <a:pt x="4194714" y="1007831"/>
                </a:cubicBezTo>
                <a:cubicBezTo>
                  <a:pt x="4024648" y="972133"/>
                  <a:pt x="3709530" y="1028901"/>
                  <a:pt x="3484938" y="1007831"/>
                </a:cubicBezTo>
                <a:cubicBezTo>
                  <a:pt x="3260346" y="986761"/>
                  <a:pt x="3225256" y="1002825"/>
                  <a:pt x="3056515" y="1007831"/>
                </a:cubicBezTo>
                <a:cubicBezTo>
                  <a:pt x="2887774" y="1012837"/>
                  <a:pt x="2701615" y="1012980"/>
                  <a:pt x="2557753" y="1007831"/>
                </a:cubicBezTo>
                <a:cubicBezTo>
                  <a:pt x="2413891" y="1002682"/>
                  <a:pt x="2192450" y="1033961"/>
                  <a:pt x="1847976" y="1007831"/>
                </a:cubicBezTo>
                <a:cubicBezTo>
                  <a:pt x="1503502" y="981701"/>
                  <a:pt x="1341921" y="1019416"/>
                  <a:pt x="1208538" y="1007831"/>
                </a:cubicBezTo>
                <a:cubicBezTo>
                  <a:pt x="1075155" y="996246"/>
                  <a:pt x="912034" y="989822"/>
                  <a:pt x="780115" y="1007831"/>
                </a:cubicBezTo>
                <a:cubicBezTo>
                  <a:pt x="648196" y="1025840"/>
                  <a:pt x="315342" y="1014119"/>
                  <a:pt x="0" y="1007831"/>
                </a:cubicBezTo>
                <a:cubicBezTo>
                  <a:pt x="-4559" y="876913"/>
                  <a:pt x="12568" y="734347"/>
                  <a:pt x="0" y="534150"/>
                </a:cubicBezTo>
                <a:cubicBezTo>
                  <a:pt x="-12568" y="333953"/>
                  <a:pt x="10698" y="145611"/>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Summary</a:t>
            </a:r>
            <a:r>
              <a:rPr lang="en-US" sz="1400" dirty="0">
                <a:solidFill>
                  <a:schemeClr val="bg1"/>
                </a:solidFill>
                <a:latin typeface="Franklin Gothic Book" panose="020B0503020102020204" pitchFamily="34" charset="0"/>
              </a:rPr>
              <a:t> - You are an urban explorer, always looking for an adrenaline rush inside the next-best abandoned building, and today you find yourself inside an abandoned government power plant. Early in the night, you realize you are not alone like you originally thought. Armed with only a flashlight.</a:t>
            </a:r>
            <a:endParaRPr lang="en-US" dirty="0">
              <a:solidFill>
                <a:schemeClr val="tx1"/>
              </a:solidFill>
              <a:latin typeface="Franklin Gothic Book" panose="020B0503020102020204" pitchFamily="34" charset="0"/>
            </a:endParaRPr>
          </a:p>
        </p:txBody>
      </p:sp>
      <p:sp>
        <p:nvSpPr>
          <p:cNvPr id="9" name="Rectangle 8">
            <a:extLst>
              <a:ext uri="{FF2B5EF4-FFF2-40B4-BE49-F238E27FC236}">
                <a16:creationId xmlns:a16="http://schemas.microsoft.com/office/drawing/2014/main" id="{C3909CFB-4379-F5FA-D70D-71A790EB4BF5}"/>
              </a:ext>
            </a:extLst>
          </p:cNvPr>
          <p:cNvSpPr/>
          <p:nvPr/>
        </p:nvSpPr>
        <p:spPr>
          <a:xfrm>
            <a:off x="7671994" y="196972"/>
            <a:ext cx="4229100" cy="2865409"/>
          </a:xfrm>
          <a:custGeom>
            <a:avLst/>
            <a:gdLst>
              <a:gd name="csX0" fmla="*/ 0 w 4229100"/>
              <a:gd name="csY0" fmla="*/ 0 h 2865409"/>
              <a:gd name="csX1" fmla="*/ 688739 w 4229100"/>
              <a:gd name="csY1" fmla="*/ 0 h 2865409"/>
              <a:gd name="csX2" fmla="*/ 1335187 w 4229100"/>
              <a:gd name="csY2" fmla="*/ 0 h 2865409"/>
              <a:gd name="csX3" fmla="*/ 2023926 w 4229100"/>
              <a:gd name="csY3" fmla="*/ 0 h 2865409"/>
              <a:gd name="csX4" fmla="*/ 2585793 w 4229100"/>
              <a:gd name="csY4" fmla="*/ 0 h 2865409"/>
              <a:gd name="csX5" fmla="*/ 3147659 w 4229100"/>
              <a:gd name="csY5" fmla="*/ 0 h 2865409"/>
              <a:gd name="csX6" fmla="*/ 3624943 w 4229100"/>
              <a:gd name="csY6" fmla="*/ 0 h 2865409"/>
              <a:gd name="csX7" fmla="*/ 4229100 w 4229100"/>
              <a:gd name="csY7" fmla="*/ 0 h 2865409"/>
              <a:gd name="csX8" fmla="*/ 4229100 w 4229100"/>
              <a:gd name="csY8" fmla="*/ 515774 h 2865409"/>
              <a:gd name="csX9" fmla="*/ 4229100 w 4229100"/>
              <a:gd name="csY9" fmla="*/ 1031547 h 2865409"/>
              <a:gd name="csX10" fmla="*/ 4229100 w 4229100"/>
              <a:gd name="csY10" fmla="*/ 1575975 h 2865409"/>
              <a:gd name="csX11" fmla="*/ 4229100 w 4229100"/>
              <a:gd name="csY11" fmla="*/ 2063094 h 2865409"/>
              <a:gd name="csX12" fmla="*/ 4229100 w 4229100"/>
              <a:gd name="csY12" fmla="*/ 2865409 h 2865409"/>
              <a:gd name="csX13" fmla="*/ 3709525 w 4229100"/>
              <a:gd name="csY13" fmla="*/ 2865409 h 2865409"/>
              <a:gd name="csX14" fmla="*/ 3147659 w 4229100"/>
              <a:gd name="csY14" fmla="*/ 2865409 h 2865409"/>
              <a:gd name="csX15" fmla="*/ 2628084 w 4229100"/>
              <a:gd name="csY15" fmla="*/ 2865409 h 2865409"/>
              <a:gd name="csX16" fmla="*/ 1939344 w 4229100"/>
              <a:gd name="csY16" fmla="*/ 2865409 h 2865409"/>
              <a:gd name="csX17" fmla="*/ 1377478 w 4229100"/>
              <a:gd name="csY17" fmla="*/ 2865409 h 2865409"/>
              <a:gd name="csX18" fmla="*/ 773321 w 4229100"/>
              <a:gd name="csY18" fmla="*/ 2865409 h 2865409"/>
              <a:gd name="csX19" fmla="*/ 0 w 4229100"/>
              <a:gd name="csY19" fmla="*/ 2865409 h 2865409"/>
              <a:gd name="csX20" fmla="*/ 0 w 4229100"/>
              <a:gd name="csY20" fmla="*/ 2263673 h 2865409"/>
              <a:gd name="csX21" fmla="*/ 0 w 4229100"/>
              <a:gd name="csY21" fmla="*/ 1719245 h 2865409"/>
              <a:gd name="csX22" fmla="*/ 0 w 4229100"/>
              <a:gd name="csY22" fmla="*/ 1088855 h 2865409"/>
              <a:gd name="csX23" fmla="*/ 0 w 4229100"/>
              <a:gd name="csY23" fmla="*/ 515774 h 2865409"/>
              <a:gd name="csX24" fmla="*/ 0 w 4229100"/>
              <a:gd name="csY24" fmla="*/ 0 h 28654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229100" h="2865409" fill="none" extrusionOk="0">
                <a:moveTo>
                  <a:pt x="0" y="0"/>
                </a:moveTo>
                <a:cubicBezTo>
                  <a:pt x="193943" y="-22570"/>
                  <a:pt x="415472" y="34044"/>
                  <a:pt x="688739" y="0"/>
                </a:cubicBezTo>
                <a:cubicBezTo>
                  <a:pt x="962006" y="-34044"/>
                  <a:pt x="1021701" y="-24411"/>
                  <a:pt x="1335187" y="0"/>
                </a:cubicBezTo>
                <a:cubicBezTo>
                  <a:pt x="1648673" y="24411"/>
                  <a:pt x="1787197" y="22151"/>
                  <a:pt x="2023926" y="0"/>
                </a:cubicBezTo>
                <a:cubicBezTo>
                  <a:pt x="2260655" y="-22151"/>
                  <a:pt x="2432999" y="14602"/>
                  <a:pt x="2585793" y="0"/>
                </a:cubicBezTo>
                <a:cubicBezTo>
                  <a:pt x="2738587" y="-14602"/>
                  <a:pt x="2978288" y="-7306"/>
                  <a:pt x="3147659" y="0"/>
                </a:cubicBezTo>
                <a:cubicBezTo>
                  <a:pt x="3317030" y="7306"/>
                  <a:pt x="3522266" y="10952"/>
                  <a:pt x="3624943" y="0"/>
                </a:cubicBezTo>
                <a:cubicBezTo>
                  <a:pt x="3727620" y="-10952"/>
                  <a:pt x="4049769" y="-4652"/>
                  <a:pt x="4229100" y="0"/>
                </a:cubicBezTo>
                <a:cubicBezTo>
                  <a:pt x="4204843" y="178536"/>
                  <a:pt x="4247744" y="355156"/>
                  <a:pt x="4229100" y="515774"/>
                </a:cubicBezTo>
                <a:cubicBezTo>
                  <a:pt x="4210456" y="676392"/>
                  <a:pt x="4219695" y="863760"/>
                  <a:pt x="4229100" y="1031547"/>
                </a:cubicBezTo>
                <a:cubicBezTo>
                  <a:pt x="4238505" y="1199334"/>
                  <a:pt x="4234276" y="1411718"/>
                  <a:pt x="4229100" y="1575975"/>
                </a:cubicBezTo>
                <a:cubicBezTo>
                  <a:pt x="4223924" y="1740232"/>
                  <a:pt x="4234126" y="1863138"/>
                  <a:pt x="4229100" y="2063094"/>
                </a:cubicBezTo>
                <a:cubicBezTo>
                  <a:pt x="4224074" y="2263050"/>
                  <a:pt x="4223013" y="2536805"/>
                  <a:pt x="4229100" y="2865409"/>
                </a:cubicBezTo>
                <a:cubicBezTo>
                  <a:pt x="3977335" y="2852150"/>
                  <a:pt x="3912014" y="2881762"/>
                  <a:pt x="3709525" y="2865409"/>
                </a:cubicBezTo>
                <a:cubicBezTo>
                  <a:pt x="3507037" y="2849056"/>
                  <a:pt x="3422322" y="2881312"/>
                  <a:pt x="3147659" y="2865409"/>
                </a:cubicBezTo>
                <a:cubicBezTo>
                  <a:pt x="2872996" y="2849506"/>
                  <a:pt x="2753778" y="2873014"/>
                  <a:pt x="2628084" y="2865409"/>
                </a:cubicBezTo>
                <a:cubicBezTo>
                  <a:pt x="2502391" y="2857804"/>
                  <a:pt x="2109797" y="2884517"/>
                  <a:pt x="1939344" y="2865409"/>
                </a:cubicBezTo>
                <a:cubicBezTo>
                  <a:pt x="1768891" y="2846301"/>
                  <a:pt x="1636988" y="2887810"/>
                  <a:pt x="1377478" y="2865409"/>
                </a:cubicBezTo>
                <a:cubicBezTo>
                  <a:pt x="1117968" y="2843008"/>
                  <a:pt x="988794" y="2864571"/>
                  <a:pt x="773321" y="2865409"/>
                </a:cubicBezTo>
                <a:cubicBezTo>
                  <a:pt x="557848" y="2866247"/>
                  <a:pt x="196991" y="2855614"/>
                  <a:pt x="0" y="2865409"/>
                </a:cubicBezTo>
                <a:cubicBezTo>
                  <a:pt x="3211" y="2618042"/>
                  <a:pt x="-16523" y="2452681"/>
                  <a:pt x="0" y="2263673"/>
                </a:cubicBezTo>
                <a:cubicBezTo>
                  <a:pt x="16523" y="2074665"/>
                  <a:pt x="25715" y="1936887"/>
                  <a:pt x="0" y="1719245"/>
                </a:cubicBezTo>
                <a:cubicBezTo>
                  <a:pt x="-25715" y="1501603"/>
                  <a:pt x="11312" y="1249029"/>
                  <a:pt x="0" y="1088855"/>
                </a:cubicBezTo>
                <a:cubicBezTo>
                  <a:pt x="-11312" y="928681"/>
                  <a:pt x="-21289" y="633127"/>
                  <a:pt x="0" y="515774"/>
                </a:cubicBezTo>
                <a:cubicBezTo>
                  <a:pt x="21289" y="398421"/>
                  <a:pt x="-17325" y="142538"/>
                  <a:pt x="0" y="0"/>
                </a:cubicBezTo>
                <a:close/>
              </a:path>
              <a:path w="4229100" h="2865409" stroke="0" extrusionOk="0">
                <a:moveTo>
                  <a:pt x="0" y="0"/>
                </a:moveTo>
                <a:cubicBezTo>
                  <a:pt x="231798" y="-3518"/>
                  <a:pt x="338729" y="6265"/>
                  <a:pt x="477284" y="0"/>
                </a:cubicBezTo>
                <a:cubicBezTo>
                  <a:pt x="615839" y="-6265"/>
                  <a:pt x="883300" y="20929"/>
                  <a:pt x="1081441" y="0"/>
                </a:cubicBezTo>
                <a:cubicBezTo>
                  <a:pt x="1279582" y="-20929"/>
                  <a:pt x="1483814" y="6864"/>
                  <a:pt x="1601016" y="0"/>
                </a:cubicBezTo>
                <a:cubicBezTo>
                  <a:pt x="1718219" y="-6864"/>
                  <a:pt x="1874635" y="18549"/>
                  <a:pt x="2078301" y="0"/>
                </a:cubicBezTo>
                <a:cubicBezTo>
                  <a:pt x="2281967" y="-18549"/>
                  <a:pt x="2411432" y="18770"/>
                  <a:pt x="2597876" y="0"/>
                </a:cubicBezTo>
                <a:cubicBezTo>
                  <a:pt x="2784321" y="-18770"/>
                  <a:pt x="2974447" y="10025"/>
                  <a:pt x="3117451" y="0"/>
                </a:cubicBezTo>
                <a:cubicBezTo>
                  <a:pt x="3260455" y="-10025"/>
                  <a:pt x="3833569" y="37884"/>
                  <a:pt x="4229100" y="0"/>
                </a:cubicBezTo>
                <a:cubicBezTo>
                  <a:pt x="4247390" y="201952"/>
                  <a:pt x="4237243" y="356693"/>
                  <a:pt x="4229100" y="630390"/>
                </a:cubicBezTo>
                <a:cubicBezTo>
                  <a:pt x="4220958" y="904087"/>
                  <a:pt x="4238530" y="992349"/>
                  <a:pt x="4229100" y="1260780"/>
                </a:cubicBezTo>
                <a:cubicBezTo>
                  <a:pt x="4219671" y="1529211"/>
                  <a:pt x="4217745" y="1605574"/>
                  <a:pt x="4229100" y="1833862"/>
                </a:cubicBezTo>
                <a:cubicBezTo>
                  <a:pt x="4240455" y="2062150"/>
                  <a:pt x="4246553" y="2078443"/>
                  <a:pt x="4229100" y="2320981"/>
                </a:cubicBezTo>
                <a:cubicBezTo>
                  <a:pt x="4211647" y="2563519"/>
                  <a:pt x="4248285" y="2726528"/>
                  <a:pt x="4229100" y="2865409"/>
                </a:cubicBezTo>
                <a:cubicBezTo>
                  <a:pt x="4094842" y="2884507"/>
                  <a:pt x="3903824" y="2842902"/>
                  <a:pt x="3751816" y="2865409"/>
                </a:cubicBezTo>
                <a:cubicBezTo>
                  <a:pt x="3599808" y="2887916"/>
                  <a:pt x="3385817" y="2857179"/>
                  <a:pt x="3232241" y="2865409"/>
                </a:cubicBezTo>
                <a:cubicBezTo>
                  <a:pt x="3078665" y="2873639"/>
                  <a:pt x="2758417" y="2836254"/>
                  <a:pt x="2585793" y="2865409"/>
                </a:cubicBezTo>
                <a:cubicBezTo>
                  <a:pt x="2413169" y="2894564"/>
                  <a:pt x="2210591" y="2872589"/>
                  <a:pt x="2108508" y="2865409"/>
                </a:cubicBezTo>
                <a:cubicBezTo>
                  <a:pt x="2006426" y="2858229"/>
                  <a:pt x="1721565" y="2877534"/>
                  <a:pt x="1588933" y="2865409"/>
                </a:cubicBezTo>
                <a:cubicBezTo>
                  <a:pt x="1456302" y="2853284"/>
                  <a:pt x="1188321" y="2840270"/>
                  <a:pt x="1069358" y="2865409"/>
                </a:cubicBezTo>
                <a:cubicBezTo>
                  <a:pt x="950396" y="2890548"/>
                  <a:pt x="727259" y="2877542"/>
                  <a:pt x="549783" y="2865409"/>
                </a:cubicBezTo>
                <a:cubicBezTo>
                  <a:pt x="372308" y="2853276"/>
                  <a:pt x="265532" y="2843969"/>
                  <a:pt x="0" y="2865409"/>
                </a:cubicBezTo>
                <a:cubicBezTo>
                  <a:pt x="-374" y="2697596"/>
                  <a:pt x="-10242" y="2385665"/>
                  <a:pt x="0" y="2235019"/>
                </a:cubicBezTo>
                <a:cubicBezTo>
                  <a:pt x="10242" y="2084373"/>
                  <a:pt x="9653" y="1911298"/>
                  <a:pt x="0" y="1661937"/>
                </a:cubicBezTo>
                <a:cubicBezTo>
                  <a:pt x="-9653" y="1412576"/>
                  <a:pt x="6916" y="1243092"/>
                  <a:pt x="0" y="1117510"/>
                </a:cubicBezTo>
                <a:cubicBezTo>
                  <a:pt x="-6916" y="991928"/>
                  <a:pt x="12899" y="707444"/>
                  <a:pt x="0" y="573082"/>
                </a:cubicBezTo>
                <a:cubicBezTo>
                  <a:pt x="-12899" y="438720"/>
                  <a:pt x="11565" y="256000"/>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76850933">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solidFill>
                  <a:schemeClr val="bg1"/>
                </a:solidFill>
                <a:latin typeface="Franklin Gothic Demi" panose="020B0703020102020204" pitchFamily="34" charset="0"/>
              </a:rPr>
              <a:t>Bartle Player Type</a:t>
            </a:r>
          </a:p>
          <a:p>
            <a:endParaRPr lang="en-US" dirty="0">
              <a:solidFill>
                <a:schemeClr val="bg1"/>
              </a:solidFill>
              <a:latin typeface="Franklin Gothic Book" panose="020B0503020102020204" pitchFamily="34" charset="0"/>
            </a:endParaRPr>
          </a:p>
          <a:p>
            <a:r>
              <a:rPr lang="en-US" dirty="0">
                <a:solidFill>
                  <a:schemeClr val="bg1"/>
                </a:solidFill>
                <a:latin typeface="Franklin Gothic Demi" panose="020B0703020102020204" pitchFamily="34" charset="0"/>
              </a:rPr>
              <a:t>Achievers</a:t>
            </a:r>
            <a:r>
              <a:rPr lang="en-US" dirty="0">
                <a:solidFill>
                  <a:schemeClr val="bg1"/>
                </a:solidFill>
                <a:latin typeface="Franklin Gothic Book" panose="020B0503020102020204" pitchFamily="34" charset="0"/>
              </a:rPr>
              <a:t> – Completing the encounters, avoiding the monster and defeating the boss effectively</a:t>
            </a:r>
          </a:p>
          <a:p>
            <a:br>
              <a:rPr lang="en-US" dirty="0">
                <a:solidFill>
                  <a:schemeClr val="bg1"/>
                </a:solidFill>
                <a:latin typeface="Franklin Gothic Book" panose="020B0503020102020204" pitchFamily="34" charset="0"/>
              </a:rPr>
            </a:br>
            <a:r>
              <a:rPr lang="en-US" dirty="0">
                <a:solidFill>
                  <a:schemeClr val="bg1"/>
                </a:solidFill>
                <a:latin typeface="Franklin Gothic Demi" panose="020B0703020102020204" pitchFamily="34" charset="0"/>
              </a:rPr>
              <a:t>Explorers</a:t>
            </a:r>
            <a:r>
              <a:rPr lang="en-US" dirty="0">
                <a:solidFill>
                  <a:schemeClr val="bg1"/>
                </a:solidFill>
                <a:latin typeface="Franklin Gothic Book" panose="020B0503020102020204" pitchFamily="34" charset="0"/>
              </a:rPr>
              <a:t> – Exploring the level and the factory space</a:t>
            </a:r>
          </a:p>
        </p:txBody>
      </p:sp>
      <p:sp>
        <p:nvSpPr>
          <p:cNvPr id="10" name="Rectangle 9">
            <a:extLst>
              <a:ext uri="{FF2B5EF4-FFF2-40B4-BE49-F238E27FC236}">
                <a16:creationId xmlns:a16="http://schemas.microsoft.com/office/drawing/2014/main" id="{75E1EF76-7CB5-13EE-1F2C-4421F6EB2ED4}"/>
              </a:ext>
            </a:extLst>
          </p:cNvPr>
          <p:cNvSpPr/>
          <p:nvPr/>
        </p:nvSpPr>
        <p:spPr>
          <a:xfrm>
            <a:off x="4741682" y="3159461"/>
            <a:ext cx="7131233" cy="3404487"/>
          </a:xfrm>
          <a:custGeom>
            <a:avLst/>
            <a:gdLst>
              <a:gd name="csX0" fmla="*/ 0 w 7131233"/>
              <a:gd name="csY0" fmla="*/ 0 h 3404487"/>
              <a:gd name="csX1" fmla="*/ 505669 w 7131233"/>
              <a:gd name="csY1" fmla="*/ 0 h 3404487"/>
              <a:gd name="csX2" fmla="*/ 1153963 w 7131233"/>
              <a:gd name="csY2" fmla="*/ 0 h 3404487"/>
              <a:gd name="csX3" fmla="*/ 1802257 w 7131233"/>
              <a:gd name="csY3" fmla="*/ 0 h 3404487"/>
              <a:gd name="csX4" fmla="*/ 2593176 w 7131233"/>
              <a:gd name="csY4" fmla="*/ 0 h 3404487"/>
              <a:gd name="csX5" fmla="*/ 3384094 w 7131233"/>
              <a:gd name="csY5" fmla="*/ 0 h 3404487"/>
              <a:gd name="csX6" fmla="*/ 4032388 w 7131233"/>
              <a:gd name="csY6" fmla="*/ 0 h 3404487"/>
              <a:gd name="csX7" fmla="*/ 4466745 w 7131233"/>
              <a:gd name="csY7" fmla="*/ 0 h 3404487"/>
              <a:gd name="csX8" fmla="*/ 5043727 w 7131233"/>
              <a:gd name="csY8" fmla="*/ 0 h 3404487"/>
              <a:gd name="csX9" fmla="*/ 5620708 w 7131233"/>
              <a:gd name="csY9" fmla="*/ 0 h 3404487"/>
              <a:gd name="csX10" fmla="*/ 6340314 w 7131233"/>
              <a:gd name="csY10" fmla="*/ 0 h 3404487"/>
              <a:gd name="csX11" fmla="*/ 7131233 w 7131233"/>
              <a:gd name="csY11" fmla="*/ 0 h 3404487"/>
              <a:gd name="csX12" fmla="*/ 7131233 w 7131233"/>
              <a:gd name="csY12" fmla="*/ 612808 h 3404487"/>
              <a:gd name="csX13" fmla="*/ 7131233 w 7131233"/>
              <a:gd name="csY13" fmla="*/ 1293705 h 3404487"/>
              <a:gd name="csX14" fmla="*/ 7131233 w 7131233"/>
              <a:gd name="csY14" fmla="*/ 1974602 h 3404487"/>
              <a:gd name="csX15" fmla="*/ 7131233 w 7131233"/>
              <a:gd name="csY15" fmla="*/ 2655500 h 3404487"/>
              <a:gd name="csX16" fmla="*/ 7131233 w 7131233"/>
              <a:gd name="csY16" fmla="*/ 3404487 h 3404487"/>
              <a:gd name="csX17" fmla="*/ 6411627 w 7131233"/>
              <a:gd name="csY17" fmla="*/ 3404487 h 3404487"/>
              <a:gd name="csX18" fmla="*/ 5763333 w 7131233"/>
              <a:gd name="csY18" fmla="*/ 3404487 h 3404487"/>
              <a:gd name="csX19" fmla="*/ 5043727 w 7131233"/>
              <a:gd name="csY19" fmla="*/ 3404487 h 3404487"/>
              <a:gd name="csX20" fmla="*/ 4324120 w 7131233"/>
              <a:gd name="csY20" fmla="*/ 3404487 h 3404487"/>
              <a:gd name="csX21" fmla="*/ 3533202 w 7131233"/>
              <a:gd name="csY21" fmla="*/ 3404487 h 3404487"/>
              <a:gd name="csX22" fmla="*/ 2956220 w 7131233"/>
              <a:gd name="csY22" fmla="*/ 3404487 h 3404487"/>
              <a:gd name="csX23" fmla="*/ 2165302 w 7131233"/>
              <a:gd name="csY23" fmla="*/ 3404487 h 3404487"/>
              <a:gd name="csX24" fmla="*/ 1659632 w 7131233"/>
              <a:gd name="csY24" fmla="*/ 3404487 h 3404487"/>
              <a:gd name="csX25" fmla="*/ 1011338 w 7131233"/>
              <a:gd name="csY25" fmla="*/ 3404487 h 3404487"/>
              <a:gd name="csX26" fmla="*/ 0 w 7131233"/>
              <a:gd name="csY26" fmla="*/ 3404487 h 3404487"/>
              <a:gd name="csX27" fmla="*/ 0 w 7131233"/>
              <a:gd name="csY27" fmla="*/ 2723590 h 3404487"/>
              <a:gd name="csX28" fmla="*/ 0 w 7131233"/>
              <a:gd name="csY28" fmla="*/ 2110782 h 3404487"/>
              <a:gd name="csX29" fmla="*/ 0 w 7131233"/>
              <a:gd name="csY29" fmla="*/ 1497974 h 3404487"/>
              <a:gd name="csX30" fmla="*/ 0 w 7131233"/>
              <a:gd name="csY30" fmla="*/ 748987 h 3404487"/>
              <a:gd name="csX31" fmla="*/ 0 w 7131233"/>
              <a:gd name="csY31" fmla="*/ 0 h 34044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7131233" h="3404487" fill="none" extrusionOk="0">
                <a:moveTo>
                  <a:pt x="0" y="0"/>
                </a:moveTo>
                <a:cubicBezTo>
                  <a:pt x="137488" y="-7684"/>
                  <a:pt x="310009" y="24846"/>
                  <a:pt x="505669" y="0"/>
                </a:cubicBezTo>
                <a:cubicBezTo>
                  <a:pt x="701329" y="-24846"/>
                  <a:pt x="855611" y="-16754"/>
                  <a:pt x="1153963" y="0"/>
                </a:cubicBezTo>
                <a:cubicBezTo>
                  <a:pt x="1452315" y="16754"/>
                  <a:pt x="1529956" y="20438"/>
                  <a:pt x="1802257" y="0"/>
                </a:cubicBezTo>
                <a:cubicBezTo>
                  <a:pt x="2074558" y="-20438"/>
                  <a:pt x="2348386" y="-22591"/>
                  <a:pt x="2593176" y="0"/>
                </a:cubicBezTo>
                <a:cubicBezTo>
                  <a:pt x="2837966" y="22591"/>
                  <a:pt x="3141432" y="-22949"/>
                  <a:pt x="3384094" y="0"/>
                </a:cubicBezTo>
                <a:cubicBezTo>
                  <a:pt x="3626756" y="22949"/>
                  <a:pt x="3802087" y="-9729"/>
                  <a:pt x="4032388" y="0"/>
                </a:cubicBezTo>
                <a:cubicBezTo>
                  <a:pt x="4262689" y="9729"/>
                  <a:pt x="4320531" y="15736"/>
                  <a:pt x="4466745" y="0"/>
                </a:cubicBezTo>
                <a:cubicBezTo>
                  <a:pt x="4612959" y="-15736"/>
                  <a:pt x="4831635" y="10187"/>
                  <a:pt x="5043727" y="0"/>
                </a:cubicBezTo>
                <a:cubicBezTo>
                  <a:pt x="5255819" y="-10187"/>
                  <a:pt x="5383831" y="-25265"/>
                  <a:pt x="5620708" y="0"/>
                </a:cubicBezTo>
                <a:cubicBezTo>
                  <a:pt x="5857585" y="25265"/>
                  <a:pt x="6116170" y="22745"/>
                  <a:pt x="6340314" y="0"/>
                </a:cubicBezTo>
                <a:cubicBezTo>
                  <a:pt x="6564458" y="-22745"/>
                  <a:pt x="6972351" y="1037"/>
                  <a:pt x="7131233" y="0"/>
                </a:cubicBezTo>
                <a:cubicBezTo>
                  <a:pt x="7108756" y="206089"/>
                  <a:pt x="7118446" y="487602"/>
                  <a:pt x="7131233" y="612808"/>
                </a:cubicBezTo>
                <a:cubicBezTo>
                  <a:pt x="7144020" y="738014"/>
                  <a:pt x="7141114" y="1009688"/>
                  <a:pt x="7131233" y="1293705"/>
                </a:cubicBezTo>
                <a:cubicBezTo>
                  <a:pt x="7121352" y="1577722"/>
                  <a:pt x="7107245" y="1743980"/>
                  <a:pt x="7131233" y="1974602"/>
                </a:cubicBezTo>
                <a:cubicBezTo>
                  <a:pt x="7155221" y="2205224"/>
                  <a:pt x="7158393" y="2344687"/>
                  <a:pt x="7131233" y="2655500"/>
                </a:cubicBezTo>
                <a:cubicBezTo>
                  <a:pt x="7104073" y="2966313"/>
                  <a:pt x="7139442" y="3084333"/>
                  <a:pt x="7131233" y="3404487"/>
                </a:cubicBezTo>
                <a:cubicBezTo>
                  <a:pt x="6979729" y="3420788"/>
                  <a:pt x="6562982" y="3387517"/>
                  <a:pt x="6411627" y="3404487"/>
                </a:cubicBezTo>
                <a:cubicBezTo>
                  <a:pt x="6260272" y="3421457"/>
                  <a:pt x="6056131" y="3431049"/>
                  <a:pt x="5763333" y="3404487"/>
                </a:cubicBezTo>
                <a:cubicBezTo>
                  <a:pt x="5470535" y="3377925"/>
                  <a:pt x="5276731" y="3418916"/>
                  <a:pt x="5043727" y="3404487"/>
                </a:cubicBezTo>
                <a:cubicBezTo>
                  <a:pt x="4810723" y="3390058"/>
                  <a:pt x="4486936" y="3432373"/>
                  <a:pt x="4324120" y="3404487"/>
                </a:cubicBezTo>
                <a:cubicBezTo>
                  <a:pt x="4161304" y="3376601"/>
                  <a:pt x="3913164" y="3425595"/>
                  <a:pt x="3533202" y="3404487"/>
                </a:cubicBezTo>
                <a:cubicBezTo>
                  <a:pt x="3153240" y="3383379"/>
                  <a:pt x="3176829" y="3410946"/>
                  <a:pt x="2956220" y="3404487"/>
                </a:cubicBezTo>
                <a:cubicBezTo>
                  <a:pt x="2735611" y="3398028"/>
                  <a:pt x="2507562" y="3372049"/>
                  <a:pt x="2165302" y="3404487"/>
                </a:cubicBezTo>
                <a:cubicBezTo>
                  <a:pt x="1823042" y="3436925"/>
                  <a:pt x="1824618" y="3423483"/>
                  <a:pt x="1659632" y="3404487"/>
                </a:cubicBezTo>
                <a:cubicBezTo>
                  <a:pt x="1494646" y="3385492"/>
                  <a:pt x="1216203" y="3429387"/>
                  <a:pt x="1011338" y="3404487"/>
                </a:cubicBezTo>
                <a:cubicBezTo>
                  <a:pt x="806473" y="3379587"/>
                  <a:pt x="395307" y="3412236"/>
                  <a:pt x="0" y="3404487"/>
                </a:cubicBezTo>
                <a:cubicBezTo>
                  <a:pt x="-19084" y="3141750"/>
                  <a:pt x="29081" y="2902936"/>
                  <a:pt x="0" y="2723590"/>
                </a:cubicBezTo>
                <a:cubicBezTo>
                  <a:pt x="-29081" y="2544244"/>
                  <a:pt x="-18463" y="2339306"/>
                  <a:pt x="0" y="2110782"/>
                </a:cubicBezTo>
                <a:cubicBezTo>
                  <a:pt x="18463" y="1882258"/>
                  <a:pt x="30591" y="1711290"/>
                  <a:pt x="0" y="1497974"/>
                </a:cubicBezTo>
                <a:cubicBezTo>
                  <a:pt x="-30591" y="1284658"/>
                  <a:pt x="-11417" y="958829"/>
                  <a:pt x="0" y="748987"/>
                </a:cubicBezTo>
                <a:cubicBezTo>
                  <a:pt x="11417" y="539145"/>
                  <a:pt x="-20871" y="332929"/>
                  <a:pt x="0" y="0"/>
                </a:cubicBezTo>
                <a:close/>
              </a:path>
              <a:path w="7131233" h="3404487" stroke="0" extrusionOk="0">
                <a:moveTo>
                  <a:pt x="0" y="0"/>
                </a:moveTo>
                <a:cubicBezTo>
                  <a:pt x="245967" y="-1666"/>
                  <a:pt x="405654" y="33080"/>
                  <a:pt x="719606" y="0"/>
                </a:cubicBezTo>
                <a:cubicBezTo>
                  <a:pt x="1033558" y="-33080"/>
                  <a:pt x="1165277" y="8954"/>
                  <a:pt x="1510525" y="0"/>
                </a:cubicBezTo>
                <a:cubicBezTo>
                  <a:pt x="1855773" y="-8954"/>
                  <a:pt x="1746754" y="21082"/>
                  <a:pt x="1944882" y="0"/>
                </a:cubicBezTo>
                <a:cubicBezTo>
                  <a:pt x="2143010" y="-21082"/>
                  <a:pt x="2328061" y="-932"/>
                  <a:pt x="2521863" y="0"/>
                </a:cubicBezTo>
                <a:cubicBezTo>
                  <a:pt x="2715665" y="932"/>
                  <a:pt x="2927636" y="9448"/>
                  <a:pt x="3098845" y="0"/>
                </a:cubicBezTo>
                <a:cubicBezTo>
                  <a:pt x="3270054" y="-9448"/>
                  <a:pt x="3665980" y="-26533"/>
                  <a:pt x="3818451" y="0"/>
                </a:cubicBezTo>
                <a:cubicBezTo>
                  <a:pt x="3970922" y="26533"/>
                  <a:pt x="4120908" y="-16399"/>
                  <a:pt x="4324120" y="0"/>
                </a:cubicBezTo>
                <a:cubicBezTo>
                  <a:pt x="4527332" y="16399"/>
                  <a:pt x="4890270" y="15966"/>
                  <a:pt x="5115039" y="0"/>
                </a:cubicBezTo>
                <a:cubicBezTo>
                  <a:pt x="5339808" y="-15966"/>
                  <a:pt x="5446127" y="-5745"/>
                  <a:pt x="5549396" y="0"/>
                </a:cubicBezTo>
                <a:cubicBezTo>
                  <a:pt x="5652665" y="5745"/>
                  <a:pt x="5872763" y="-9795"/>
                  <a:pt x="5983753" y="0"/>
                </a:cubicBezTo>
                <a:cubicBezTo>
                  <a:pt x="6094743" y="9795"/>
                  <a:pt x="6313588" y="19340"/>
                  <a:pt x="6560734" y="0"/>
                </a:cubicBezTo>
                <a:cubicBezTo>
                  <a:pt x="6807880" y="-19340"/>
                  <a:pt x="6958793" y="17414"/>
                  <a:pt x="7131233" y="0"/>
                </a:cubicBezTo>
                <a:cubicBezTo>
                  <a:pt x="7123069" y="269255"/>
                  <a:pt x="7140071" y="319571"/>
                  <a:pt x="7131233" y="612808"/>
                </a:cubicBezTo>
                <a:cubicBezTo>
                  <a:pt x="7122395" y="906045"/>
                  <a:pt x="7165457" y="1182241"/>
                  <a:pt x="7131233" y="1327750"/>
                </a:cubicBezTo>
                <a:cubicBezTo>
                  <a:pt x="7097009" y="1473259"/>
                  <a:pt x="7150741" y="1755733"/>
                  <a:pt x="7131233" y="1974602"/>
                </a:cubicBezTo>
                <a:cubicBezTo>
                  <a:pt x="7111725" y="2193471"/>
                  <a:pt x="7130106" y="2312292"/>
                  <a:pt x="7131233" y="2553365"/>
                </a:cubicBezTo>
                <a:cubicBezTo>
                  <a:pt x="7132360" y="2794438"/>
                  <a:pt x="7112879" y="3229311"/>
                  <a:pt x="7131233" y="3404487"/>
                </a:cubicBezTo>
                <a:cubicBezTo>
                  <a:pt x="6884803" y="3398192"/>
                  <a:pt x="6766594" y="3427287"/>
                  <a:pt x="6554251" y="3404487"/>
                </a:cubicBezTo>
                <a:cubicBezTo>
                  <a:pt x="6341908" y="3381687"/>
                  <a:pt x="6159465" y="3397078"/>
                  <a:pt x="5977270" y="3404487"/>
                </a:cubicBezTo>
                <a:cubicBezTo>
                  <a:pt x="5795075" y="3411896"/>
                  <a:pt x="5497205" y="3412833"/>
                  <a:pt x="5328976" y="3404487"/>
                </a:cubicBezTo>
                <a:cubicBezTo>
                  <a:pt x="5160747" y="3396141"/>
                  <a:pt x="4815457" y="3393747"/>
                  <a:pt x="4538057" y="3404487"/>
                </a:cubicBezTo>
                <a:cubicBezTo>
                  <a:pt x="4260657" y="3415227"/>
                  <a:pt x="4272539" y="3399564"/>
                  <a:pt x="4103700" y="3404487"/>
                </a:cubicBezTo>
                <a:cubicBezTo>
                  <a:pt x="3934861" y="3409410"/>
                  <a:pt x="3835286" y="3402938"/>
                  <a:pt x="3598031" y="3404487"/>
                </a:cubicBezTo>
                <a:cubicBezTo>
                  <a:pt x="3360776" y="3406036"/>
                  <a:pt x="3194349" y="3422273"/>
                  <a:pt x="3092362" y="3404487"/>
                </a:cubicBezTo>
                <a:cubicBezTo>
                  <a:pt x="2990375" y="3386701"/>
                  <a:pt x="2564246" y="3383112"/>
                  <a:pt x="2372756" y="3404487"/>
                </a:cubicBezTo>
                <a:cubicBezTo>
                  <a:pt x="2181266" y="3425862"/>
                  <a:pt x="1886545" y="3429845"/>
                  <a:pt x="1581837" y="3404487"/>
                </a:cubicBezTo>
                <a:cubicBezTo>
                  <a:pt x="1277129" y="3379129"/>
                  <a:pt x="1149955" y="3392737"/>
                  <a:pt x="1004856" y="3404487"/>
                </a:cubicBezTo>
                <a:cubicBezTo>
                  <a:pt x="859757" y="3416237"/>
                  <a:pt x="366559" y="3443833"/>
                  <a:pt x="0" y="3404487"/>
                </a:cubicBezTo>
                <a:cubicBezTo>
                  <a:pt x="25970" y="3221432"/>
                  <a:pt x="3851" y="2968636"/>
                  <a:pt x="0" y="2825724"/>
                </a:cubicBezTo>
                <a:cubicBezTo>
                  <a:pt x="-3851" y="2682812"/>
                  <a:pt x="-28049" y="2423742"/>
                  <a:pt x="0" y="2212917"/>
                </a:cubicBezTo>
                <a:cubicBezTo>
                  <a:pt x="28049" y="2002092"/>
                  <a:pt x="32118" y="1836013"/>
                  <a:pt x="0" y="1566064"/>
                </a:cubicBezTo>
                <a:cubicBezTo>
                  <a:pt x="-32118" y="1296115"/>
                  <a:pt x="19494" y="1065188"/>
                  <a:pt x="0" y="817077"/>
                </a:cubicBezTo>
                <a:cubicBezTo>
                  <a:pt x="-19494" y="568966"/>
                  <a:pt x="16351" y="202005"/>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917348138">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2400" dirty="0">
                <a:solidFill>
                  <a:schemeClr val="bg1"/>
                </a:solidFill>
                <a:latin typeface="Franklin Gothic Demi" panose="020B0703020102020204" pitchFamily="34" charset="0"/>
              </a:rPr>
              <a:t>Level Cinematics</a:t>
            </a:r>
          </a:p>
          <a:p>
            <a:endParaRPr lang="en-US" sz="2400" dirty="0">
              <a:solidFill>
                <a:schemeClr val="bg1"/>
              </a:solidFill>
              <a:latin typeface="Franklin Gothic Demi" panose="020B0703020102020204" pitchFamily="34" charset="0"/>
            </a:endParaRPr>
          </a:p>
          <a:p>
            <a:r>
              <a:rPr lang="en-US" sz="2000" dirty="0">
                <a:solidFill>
                  <a:schemeClr val="bg1"/>
                </a:solidFill>
                <a:latin typeface="Franklin Gothic Demi" panose="020B0703020102020204" pitchFamily="34" charset="0"/>
              </a:rPr>
              <a:t>Opening</a:t>
            </a:r>
            <a:r>
              <a:rPr lang="en-US" sz="2000" dirty="0">
                <a:solidFill>
                  <a:schemeClr val="bg1"/>
                </a:solidFill>
                <a:latin typeface="Franklin Gothic Book" panose="020B0503020102020204" pitchFamily="34" charset="0"/>
              </a:rPr>
              <a:t> – The player awakens on factory floor, armed with only a flashlight. </a:t>
            </a:r>
          </a:p>
          <a:p>
            <a:endParaRPr lang="en-US" sz="2000" dirty="0">
              <a:solidFill>
                <a:schemeClr val="bg1"/>
              </a:solidFill>
              <a:latin typeface="Franklin Gothic Book" panose="020B0503020102020204" pitchFamily="34" charset="0"/>
            </a:endParaRPr>
          </a:p>
          <a:p>
            <a:r>
              <a:rPr lang="en-US" sz="2000" dirty="0">
                <a:solidFill>
                  <a:schemeClr val="bg1"/>
                </a:solidFill>
                <a:latin typeface="Franklin Gothic Demi" panose="020B0703020102020204" pitchFamily="34" charset="0"/>
              </a:rPr>
              <a:t>Closing</a:t>
            </a:r>
            <a:r>
              <a:rPr lang="en-US" sz="2000" dirty="0">
                <a:solidFill>
                  <a:schemeClr val="bg1"/>
                </a:solidFill>
                <a:latin typeface="Franklin Gothic Book" panose="020B0503020102020204" pitchFamily="34" charset="0"/>
              </a:rPr>
              <a:t> – The player has defeated the monstrous entity and escaped the factory.</a:t>
            </a:r>
          </a:p>
        </p:txBody>
      </p:sp>
      <p:sp>
        <p:nvSpPr>
          <p:cNvPr id="2" name="Rectangle 1">
            <a:extLst>
              <a:ext uri="{FF2B5EF4-FFF2-40B4-BE49-F238E27FC236}">
                <a16:creationId xmlns:a16="http://schemas.microsoft.com/office/drawing/2014/main" id="{9421AB30-8EAD-4381-1C8D-CB25F14D160E}"/>
              </a:ext>
            </a:extLst>
          </p:cNvPr>
          <p:cNvSpPr/>
          <p:nvPr/>
        </p:nvSpPr>
        <p:spPr>
          <a:xfrm>
            <a:off x="319085" y="2051186"/>
            <a:ext cx="4110926" cy="2022390"/>
          </a:xfrm>
          <a:custGeom>
            <a:avLst/>
            <a:gdLst>
              <a:gd name="csX0" fmla="*/ 0 w 4110926"/>
              <a:gd name="csY0" fmla="*/ 0 h 2022390"/>
              <a:gd name="csX1" fmla="*/ 767373 w 4110926"/>
              <a:gd name="csY1" fmla="*/ 0 h 2022390"/>
              <a:gd name="csX2" fmla="*/ 1452527 w 4110926"/>
              <a:gd name="csY2" fmla="*/ 0 h 2022390"/>
              <a:gd name="csX3" fmla="*/ 2096572 w 4110926"/>
              <a:gd name="csY3" fmla="*/ 0 h 2022390"/>
              <a:gd name="csX4" fmla="*/ 2863945 w 4110926"/>
              <a:gd name="csY4" fmla="*/ 0 h 2022390"/>
              <a:gd name="csX5" fmla="*/ 4110926 w 4110926"/>
              <a:gd name="csY5" fmla="*/ 0 h 2022390"/>
              <a:gd name="csX6" fmla="*/ 4110926 w 4110926"/>
              <a:gd name="csY6" fmla="*/ 633682 h 2022390"/>
              <a:gd name="csX7" fmla="*/ 4110926 w 4110926"/>
              <a:gd name="csY7" fmla="*/ 1287588 h 2022390"/>
              <a:gd name="csX8" fmla="*/ 4110926 w 4110926"/>
              <a:gd name="csY8" fmla="*/ 2022390 h 2022390"/>
              <a:gd name="csX9" fmla="*/ 3343553 w 4110926"/>
              <a:gd name="csY9" fmla="*/ 2022390 h 2022390"/>
              <a:gd name="csX10" fmla="*/ 2740617 w 4110926"/>
              <a:gd name="csY10" fmla="*/ 2022390 h 2022390"/>
              <a:gd name="csX11" fmla="*/ 2137682 w 4110926"/>
              <a:gd name="csY11" fmla="*/ 2022390 h 2022390"/>
              <a:gd name="csX12" fmla="*/ 1493636 w 4110926"/>
              <a:gd name="csY12" fmla="*/ 2022390 h 2022390"/>
              <a:gd name="csX13" fmla="*/ 890701 w 4110926"/>
              <a:gd name="csY13" fmla="*/ 2022390 h 2022390"/>
              <a:gd name="csX14" fmla="*/ 0 w 4110926"/>
              <a:gd name="csY14" fmla="*/ 2022390 h 2022390"/>
              <a:gd name="csX15" fmla="*/ 0 w 4110926"/>
              <a:gd name="csY15" fmla="*/ 1328036 h 2022390"/>
              <a:gd name="csX16" fmla="*/ 0 w 4110926"/>
              <a:gd name="csY16" fmla="*/ 613458 h 2022390"/>
              <a:gd name="csX17" fmla="*/ 0 w 4110926"/>
              <a:gd name="csY17" fmla="*/ 0 h 20223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110926" h="2022390" fill="none" extrusionOk="0">
                <a:moveTo>
                  <a:pt x="0" y="0"/>
                </a:moveTo>
                <a:cubicBezTo>
                  <a:pt x="175036" y="4387"/>
                  <a:pt x="411264" y="25367"/>
                  <a:pt x="767373" y="0"/>
                </a:cubicBezTo>
                <a:cubicBezTo>
                  <a:pt x="1123482" y="-25367"/>
                  <a:pt x="1178473" y="12107"/>
                  <a:pt x="1452527" y="0"/>
                </a:cubicBezTo>
                <a:cubicBezTo>
                  <a:pt x="1726581" y="-12107"/>
                  <a:pt x="1897320" y="-9792"/>
                  <a:pt x="2096572" y="0"/>
                </a:cubicBezTo>
                <a:cubicBezTo>
                  <a:pt x="2295824" y="9792"/>
                  <a:pt x="2636839" y="-18710"/>
                  <a:pt x="2863945" y="0"/>
                </a:cubicBezTo>
                <a:cubicBezTo>
                  <a:pt x="3091051" y="18710"/>
                  <a:pt x="3803314" y="-32056"/>
                  <a:pt x="4110926" y="0"/>
                </a:cubicBezTo>
                <a:cubicBezTo>
                  <a:pt x="4116661" y="183867"/>
                  <a:pt x="4092134" y="453366"/>
                  <a:pt x="4110926" y="633682"/>
                </a:cubicBezTo>
                <a:cubicBezTo>
                  <a:pt x="4129718" y="813998"/>
                  <a:pt x="4126390" y="1060632"/>
                  <a:pt x="4110926" y="1287588"/>
                </a:cubicBezTo>
                <a:cubicBezTo>
                  <a:pt x="4095462" y="1514544"/>
                  <a:pt x="4087402" y="1840129"/>
                  <a:pt x="4110926" y="2022390"/>
                </a:cubicBezTo>
                <a:cubicBezTo>
                  <a:pt x="3744768" y="2045946"/>
                  <a:pt x="3507952" y="2043103"/>
                  <a:pt x="3343553" y="2022390"/>
                </a:cubicBezTo>
                <a:cubicBezTo>
                  <a:pt x="3179154" y="2001677"/>
                  <a:pt x="3013570" y="1992425"/>
                  <a:pt x="2740617" y="2022390"/>
                </a:cubicBezTo>
                <a:cubicBezTo>
                  <a:pt x="2467664" y="2052355"/>
                  <a:pt x="2320376" y="2022660"/>
                  <a:pt x="2137682" y="2022390"/>
                </a:cubicBezTo>
                <a:cubicBezTo>
                  <a:pt x="1954989" y="2022120"/>
                  <a:pt x="1738052" y="2028042"/>
                  <a:pt x="1493636" y="2022390"/>
                </a:cubicBezTo>
                <a:cubicBezTo>
                  <a:pt x="1249220" y="2016738"/>
                  <a:pt x="1035373" y="2008779"/>
                  <a:pt x="890701" y="2022390"/>
                </a:cubicBezTo>
                <a:cubicBezTo>
                  <a:pt x="746030" y="2036001"/>
                  <a:pt x="312653" y="2039422"/>
                  <a:pt x="0" y="2022390"/>
                </a:cubicBezTo>
                <a:cubicBezTo>
                  <a:pt x="-18754" y="1698498"/>
                  <a:pt x="15414" y="1616512"/>
                  <a:pt x="0" y="1328036"/>
                </a:cubicBezTo>
                <a:cubicBezTo>
                  <a:pt x="-15414" y="1039560"/>
                  <a:pt x="-25908" y="860195"/>
                  <a:pt x="0" y="613458"/>
                </a:cubicBezTo>
                <a:cubicBezTo>
                  <a:pt x="25908" y="366721"/>
                  <a:pt x="27981" y="219293"/>
                  <a:pt x="0" y="0"/>
                </a:cubicBezTo>
                <a:close/>
              </a:path>
              <a:path w="4110926" h="2022390" stroke="0" extrusionOk="0">
                <a:moveTo>
                  <a:pt x="0" y="0"/>
                </a:moveTo>
                <a:cubicBezTo>
                  <a:pt x="162517" y="-19717"/>
                  <a:pt x="400801" y="17967"/>
                  <a:pt x="561827" y="0"/>
                </a:cubicBezTo>
                <a:cubicBezTo>
                  <a:pt x="722853" y="-17967"/>
                  <a:pt x="1142477" y="10388"/>
                  <a:pt x="1288090" y="0"/>
                </a:cubicBezTo>
                <a:cubicBezTo>
                  <a:pt x="1433703" y="-10388"/>
                  <a:pt x="1750517" y="24487"/>
                  <a:pt x="1891026" y="0"/>
                </a:cubicBezTo>
                <a:cubicBezTo>
                  <a:pt x="2031535" y="-24487"/>
                  <a:pt x="2195220" y="-12992"/>
                  <a:pt x="2493962" y="0"/>
                </a:cubicBezTo>
                <a:cubicBezTo>
                  <a:pt x="2792704" y="12992"/>
                  <a:pt x="3027876" y="-3709"/>
                  <a:pt x="3220225" y="0"/>
                </a:cubicBezTo>
                <a:cubicBezTo>
                  <a:pt x="3412574" y="3709"/>
                  <a:pt x="3736288" y="-33532"/>
                  <a:pt x="4110926" y="0"/>
                </a:cubicBezTo>
                <a:cubicBezTo>
                  <a:pt x="4127249" y="262929"/>
                  <a:pt x="4114957" y="426528"/>
                  <a:pt x="4110926" y="674130"/>
                </a:cubicBezTo>
                <a:cubicBezTo>
                  <a:pt x="4106896" y="921732"/>
                  <a:pt x="4129233" y="1065124"/>
                  <a:pt x="4110926" y="1368484"/>
                </a:cubicBezTo>
                <a:cubicBezTo>
                  <a:pt x="4092619" y="1671844"/>
                  <a:pt x="4106575" y="1859436"/>
                  <a:pt x="4110926" y="2022390"/>
                </a:cubicBezTo>
                <a:cubicBezTo>
                  <a:pt x="3812630" y="2017586"/>
                  <a:pt x="3728693" y="2020638"/>
                  <a:pt x="3466881" y="2022390"/>
                </a:cubicBezTo>
                <a:cubicBezTo>
                  <a:pt x="3205069" y="2024142"/>
                  <a:pt x="3116827" y="2029896"/>
                  <a:pt x="2863945" y="2022390"/>
                </a:cubicBezTo>
                <a:cubicBezTo>
                  <a:pt x="2611063" y="2014884"/>
                  <a:pt x="2478713" y="2049569"/>
                  <a:pt x="2261009" y="2022390"/>
                </a:cubicBezTo>
                <a:cubicBezTo>
                  <a:pt x="2043305" y="1995211"/>
                  <a:pt x="1765209" y="2002834"/>
                  <a:pt x="1534746" y="2022390"/>
                </a:cubicBezTo>
                <a:cubicBezTo>
                  <a:pt x="1304283" y="2041946"/>
                  <a:pt x="1096632" y="2044812"/>
                  <a:pt x="931810" y="2022390"/>
                </a:cubicBezTo>
                <a:cubicBezTo>
                  <a:pt x="766988" y="1999968"/>
                  <a:pt x="263474" y="2016728"/>
                  <a:pt x="0" y="2022390"/>
                </a:cubicBezTo>
                <a:cubicBezTo>
                  <a:pt x="10175" y="1686533"/>
                  <a:pt x="-21449" y="1580966"/>
                  <a:pt x="0" y="1348260"/>
                </a:cubicBezTo>
                <a:cubicBezTo>
                  <a:pt x="21449" y="1115554"/>
                  <a:pt x="-29399" y="1024149"/>
                  <a:pt x="0" y="714578"/>
                </a:cubicBezTo>
                <a:cubicBezTo>
                  <a:pt x="29399" y="405007"/>
                  <a:pt x="-7872" y="149793"/>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en-US" sz="1600" dirty="0">
                <a:solidFill>
                  <a:schemeClr val="bg1"/>
                </a:solidFill>
                <a:latin typeface="Franklin Gothic Book" panose="020B0503020102020204" pitchFamily="34" charset="0"/>
              </a:rPr>
              <a:t>The goal of the level is to explore the linear space through using your flashlight</a:t>
            </a:r>
          </a:p>
          <a:p>
            <a:r>
              <a:rPr lang="en-US" sz="1600" dirty="0">
                <a:solidFill>
                  <a:schemeClr val="bg1"/>
                </a:solidFill>
                <a:latin typeface="Franklin Gothic Book" panose="020B0503020102020204" pitchFamily="34" charset="0"/>
              </a:rPr>
              <a:t> </a:t>
            </a:r>
          </a:p>
          <a:p>
            <a:pPr marL="285750" indent="-285750">
              <a:buFont typeface="Arial" panose="020B0604020202020204" pitchFamily="34" charset="0"/>
              <a:buChar char="•"/>
            </a:pPr>
            <a:r>
              <a:rPr lang="en-US" sz="1600" dirty="0">
                <a:solidFill>
                  <a:schemeClr val="bg1"/>
                </a:solidFill>
                <a:latin typeface="Franklin Gothic Book" panose="020B0503020102020204" pitchFamily="34" charset="0"/>
              </a:rPr>
              <a:t>Making sure the flashlight does not go out by finding batteries, as that gives the monster the ability to strike.</a:t>
            </a:r>
            <a:endParaRPr lang="en-US" dirty="0">
              <a:solidFill>
                <a:schemeClr val="tx1"/>
              </a:solidFill>
              <a:latin typeface="Franklin Gothic Demi" panose="020B0703020102020204" pitchFamily="34" charset="0"/>
            </a:endParaRPr>
          </a:p>
        </p:txBody>
      </p:sp>
    </p:spTree>
    <p:extLst>
      <p:ext uri="{BB962C8B-B14F-4D97-AF65-F5344CB8AC3E}">
        <p14:creationId xmlns:p14="http://schemas.microsoft.com/office/powerpoint/2010/main" val="3127438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4FA52-CEB5-602C-2D9D-CD60C42841E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30D37CE-766C-BE7B-749B-24C341689B9F}"/>
              </a:ext>
            </a:extLst>
          </p:cNvPr>
          <p:cNvPicPr>
            <a:picLocks noChangeAspect="1"/>
          </p:cNvPicPr>
          <p:nvPr/>
        </p:nvPicPr>
        <p:blipFill>
          <a:blip r:embed="rId2"/>
          <a:srcRect l="4142" t="2112" r="1484"/>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9972D382-547D-527E-7220-7BD8B34D4EF3}"/>
              </a:ext>
            </a:extLst>
          </p:cNvPr>
          <p:cNvSpPr/>
          <p:nvPr/>
        </p:nvSpPr>
        <p:spPr>
          <a:xfrm>
            <a:off x="3836709" y="207391"/>
            <a:ext cx="8355291" cy="2196444"/>
          </a:xfrm>
          <a:prstGeom prst="rect">
            <a:avLst/>
          </a:prstGeom>
          <a:solidFill>
            <a:schemeClr val="tx2">
              <a:lumMod val="25000"/>
              <a:lumOff val="75000"/>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798BDE1-B476-A770-D50B-EBB29D453DB1}"/>
              </a:ext>
            </a:extLst>
          </p:cNvPr>
          <p:cNvSpPr/>
          <p:nvPr/>
        </p:nvSpPr>
        <p:spPr>
          <a:xfrm>
            <a:off x="303229" y="2611226"/>
            <a:ext cx="6776301" cy="1951347"/>
          </a:xfrm>
          <a:prstGeom prst="rect">
            <a:avLst/>
          </a:prstGeom>
          <a:solidFill>
            <a:schemeClr val="accent2">
              <a:lumMod val="60000"/>
              <a:lumOff val="40000"/>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7D49466-D523-345B-D8FA-02F5A1BA1E83}"/>
              </a:ext>
            </a:extLst>
          </p:cNvPr>
          <p:cNvSpPr/>
          <p:nvPr/>
        </p:nvSpPr>
        <p:spPr>
          <a:xfrm>
            <a:off x="46348" y="0"/>
            <a:ext cx="3645031" cy="2403835"/>
          </a:xfrm>
          <a:prstGeom prst="rect">
            <a:avLst/>
          </a:prstGeom>
          <a:solidFill>
            <a:schemeClr val="accent2">
              <a:lumMod val="60000"/>
              <a:lumOff val="40000"/>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B4311DA-1CCB-E04E-016E-3A2E1D9E95B7}"/>
              </a:ext>
            </a:extLst>
          </p:cNvPr>
          <p:cNvSpPr/>
          <p:nvPr/>
        </p:nvSpPr>
        <p:spPr>
          <a:xfrm>
            <a:off x="303228" y="4562573"/>
            <a:ext cx="6776301" cy="2295427"/>
          </a:xfrm>
          <a:prstGeom prst="rect">
            <a:avLst/>
          </a:prstGeom>
          <a:solidFill>
            <a:schemeClr val="bg1">
              <a:lumMod val="85000"/>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E85CD35-BD56-A7DB-EE4E-68797CDCB367}"/>
              </a:ext>
            </a:extLst>
          </p:cNvPr>
          <p:cNvSpPr txBox="1"/>
          <p:nvPr/>
        </p:nvSpPr>
        <p:spPr>
          <a:xfrm>
            <a:off x="2668569" y="162014"/>
            <a:ext cx="1022809" cy="461665"/>
          </a:xfrm>
          <a:prstGeom prst="rect">
            <a:avLst/>
          </a:prstGeom>
          <a:noFill/>
        </p:spPr>
        <p:txBody>
          <a:bodyPr wrap="square" rtlCol="0">
            <a:spAutoFit/>
          </a:bodyPr>
          <a:lstStyle/>
          <a:p>
            <a:r>
              <a:rPr lang="en-US" sz="1200" dirty="0">
                <a:latin typeface="Franklin Gothic Demi" panose="020B0703020102020204" pitchFamily="34" charset="0"/>
              </a:rPr>
              <a:t>Encounter 2 – Part 2</a:t>
            </a:r>
          </a:p>
        </p:txBody>
      </p:sp>
      <p:sp>
        <p:nvSpPr>
          <p:cNvPr id="9" name="TextBox 8">
            <a:extLst>
              <a:ext uri="{FF2B5EF4-FFF2-40B4-BE49-F238E27FC236}">
                <a16:creationId xmlns:a16="http://schemas.microsoft.com/office/drawing/2014/main" id="{6F6575CD-D3ED-BAAA-C62F-1AF4ABFE345E}"/>
              </a:ext>
            </a:extLst>
          </p:cNvPr>
          <p:cNvSpPr txBox="1"/>
          <p:nvPr/>
        </p:nvSpPr>
        <p:spPr>
          <a:xfrm>
            <a:off x="477624" y="3586899"/>
            <a:ext cx="998751" cy="461665"/>
          </a:xfrm>
          <a:prstGeom prst="rect">
            <a:avLst/>
          </a:prstGeom>
          <a:noFill/>
        </p:spPr>
        <p:txBody>
          <a:bodyPr wrap="square" rtlCol="0">
            <a:spAutoFit/>
          </a:bodyPr>
          <a:lstStyle/>
          <a:p>
            <a:r>
              <a:rPr lang="en-US" sz="1200" dirty="0">
                <a:latin typeface="Franklin Gothic Demi" panose="020B0703020102020204" pitchFamily="34" charset="0"/>
              </a:rPr>
              <a:t>Encounter 2 – Part 1</a:t>
            </a:r>
          </a:p>
        </p:txBody>
      </p:sp>
      <p:sp>
        <p:nvSpPr>
          <p:cNvPr id="10" name="TextBox 9">
            <a:extLst>
              <a:ext uri="{FF2B5EF4-FFF2-40B4-BE49-F238E27FC236}">
                <a16:creationId xmlns:a16="http://schemas.microsoft.com/office/drawing/2014/main" id="{CB94C5E0-783C-4A0C-78F0-EDEB0FB04D6C}"/>
              </a:ext>
            </a:extLst>
          </p:cNvPr>
          <p:cNvSpPr txBox="1"/>
          <p:nvPr/>
        </p:nvSpPr>
        <p:spPr>
          <a:xfrm>
            <a:off x="444629" y="4682592"/>
            <a:ext cx="1031746" cy="276999"/>
          </a:xfrm>
          <a:prstGeom prst="rect">
            <a:avLst/>
          </a:prstGeom>
          <a:noFill/>
        </p:spPr>
        <p:txBody>
          <a:bodyPr wrap="square" rtlCol="0">
            <a:spAutoFit/>
          </a:bodyPr>
          <a:lstStyle/>
          <a:p>
            <a:r>
              <a:rPr lang="en-US" sz="1200" dirty="0">
                <a:latin typeface="Franklin Gothic Demi" panose="020B0703020102020204" pitchFamily="34" charset="0"/>
              </a:rPr>
              <a:t>Encounter 1</a:t>
            </a:r>
          </a:p>
        </p:txBody>
      </p:sp>
      <p:sp>
        <p:nvSpPr>
          <p:cNvPr id="11" name="TextBox 10">
            <a:extLst>
              <a:ext uri="{FF2B5EF4-FFF2-40B4-BE49-F238E27FC236}">
                <a16:creationId xmlns:a16="http://schemas.microsoft.com/office/drawing/2014/main" id="{0399C8CD-0025-9F91-4565-894B150D669D}"/>
              </a:ext>
            </a:extLst>
          </p:cNvPr>
          <p:cNvSpPr txBox="1"/>
          <p:nvPr/>
        </p:nvSpPr>
        <p:spPr>
          <a:xfrm>
            <a:off x="3974968" y="315799"/>
            <a:ext cx="1044707" cy="276999"/>
          </a:xfrm>
          <a:prstGeom prst="rect">
            <a:avLst/>
          </a:prstGeom>
          <a:noFill/>
        </p:spPr>
        <p:txBody>
          <a:bodyPr wrap="square" rtlCol="0">
            <a:spAutoFit/>
          </a:bodyPr>
          <a:lstStyle/>
          <a:p>
            <a:r>
              <a:rPr lang="en-US" sz="1200" dirty="0">
                <a:latin typeface="Franklin Gothic Demi" panose="020B0703020102020204" pitchFamily="34" charset="0"/>
              </a:rPr>
              <a:t>Encounter 3</a:t>
            </a:r>
          </a:p>
        </p:txBody>
      </p:sp>
      <p:sp>
        <p:nvSpPr>
          <p:cNvPr id="12" name="Rectangle 11">
            <a:extLst>
              <a:ext uri="{FF2B5EF4-FFF2-40B4-BE49-F238E27FC236}">
                <a16:creationId xmlns:a16="http://schemas.microsoft.com/office/drawing/2014/main" id="{3409CE78-FF1B-9EEF-58F2-DF6E765D722E}"/>
              </a:ext>
            </a:extLst>
          </p:cNvPr>
          <p:cNvSpPr/>
          <p:nvPr/>
        </p:nvSpPr>
        <p:spPr>
          <a:xfrm>
            <a:off x="7305773" y="2636975"/>
            <a:ext cx="4751109" cy="409123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b="1" dirty="0">
                <a:solidFill>
                  <a:schemeClr val="tx1"/>
                </a:solidFill>
              </a:rPr>
              <a:t>Legend</a:t>
            </a:r>
          </a:p>
        </p:txBody>
      </p:sp>
      <p:pic>
        <p:nvPicPr>
          <p:cNvPr id="20" name="Picture 19">
            <a:extLst>
              <a:ext uri="{FF2B5EF4-FFF2-40B4-BE49-F238E27FC236}">
                <a16:creationId xmlns:a16="http://schemas.microsoft.com/office/drawing/2014/main" id="{3F1A8B05-38B8-E976-7382-C310A0595555}"/>
              </a:ext>
            </a:extLst>
          </p:cNvPr>
          <p:cNvPicPr>
            <a:picLocks noChangeAspect="1"/>
          </p:cNvPicPr>
          <p:nvPr/>
        </p:nvPicPr>
        <p:blipFill>
          <a:blip r:embed="rId3"/>
          <a:stretch>
            <a:fillRect/>
          </a:stretch>
        </p:blipFill>
        <p:spPr>
          <a:xfrm>
            <a:off x="7375633" y="4154082"/>
            <a:ext cx="483676" cy="476958"/>
          </a:xfrm>
          <a:prstGeom prst="rect">
            <a:avLst/>
          </a:prstGeom>
        </p:spPr>
      </p:pic>
      <p:sp>
        <p:nvSpPr>
          <p:cNvPr id="21" name="TextBox 20">
            <a:extLst>
              <a:ext uri="{FF2B5EF4-FFF2-40B4-BE49-F238E27FC236}">
                <a16:creationId xmlns:a16="http://schemas.microsoft.com/office/drawing/2014/main" id="{4A292AA7-3F92-9081-28BB-40B0FCAC6904}"/>
              </a:ext>
            </a:extLst>
          </p:cNvPr>
          <p:cNvSpPr txBox="1"/>
          <p:nvPr/>
        </p:nvSpPr>
        <p:spPr>
          <a:xfrm>
            <a:off x="7818235" y="4306353"/>
            <a:ext cx="1495720" cy="246221"/>
          </a:xfrm>
          <a:prstGeom prst="rect">
            <a:avLst/>
          </a:prstGeom>
          <a:noFill/>
        </p:spPr>
        <p:txBody>
          <a:bodyPr wrap="square" rtlCol="0">
            <a:spAutoFit/>
          </a:bodyPr>
          <a:lstStyle/>
          <a:p>
            <a:r>
              <a:rPr lang="en-US" sz="1000" dirty="0"/>
              <a:t>Checkpoint</a:t>
            </a:r>
          </a:p>
        </p:txBody>
      </p:sp>
      <p:pic>
        <p:nvPicPr>
          <p:cNvPr id="29" name="Picture 28">
            <a:extLst>
              <a:ext uri="{FF2B5EF4-FFF2-40B4-BE49-F238E27FC236}">
                <a16:creationId xmlns:a16="http://schemas.microsoft.com/office/drawing/2014/main" id="{A14AF899-CE95-52D6-A390-DF2D6D1CB149}"/>
              </a:ext>
            </a:extLst>
          </p:cNvPr>
          <p:cNvPicPr>
            <a:picLocks noChangeAspect="1"/>
          </p:cNvPicPr>
          <p:nvPr/>
        </p:nvPicPr>
        <p:blipFill>
          <a:blip r:embed="rId4"/>
          <a:stretch>
            <a:fillRect/>
          </a:stretch>
        </p:blipFill>
        <p:spPr>
          <a:xfrm>
            <a:off x="7389802" y="5814678"/>
            <a:ext cx="325033" cy="797808"/>
          </a:xfrm>
          <a:prstGeom prst="rect">
            <a:avLst/>
          </a:prstGeom>
        </p:spPr>
      </p:pic>
      <p:sp>
        <p:nvSpPr>
          <p:cNvPr id="30" name="TextBox 29">
            <a:extLst>
              <a:ext uri="{FF2B5EF4-FFF2-40B4-BE49-F238E27FC236}">
                <a16:creationId xmlns:a16="http://schemas.microsoft.com/office/drawing/2014/main" id="{73CB9C8D-62C9-EE09-6745-BD0ABB7B7D0D}"/>
              </a:ext>
            </a:extLst>
          </p:cNvPr>
          <p:cNvSpPr txBox="1"/>
          <p:nvPr/>
        </p:nvSpPr>
        <p:spPr>
          <a:xfrm>
            <a:off x="7693832" y="6048437"/>
            <a:ext cx="1495720" cy="246221"/>
          </a:xfrm>
          <a:prstGeom prst="rect">
            <a:avLst/>
          </a:prstGeom>
          <a:noFill/>
        </p:spPr>
        <p:txBody>
          <a:bodyPr wrap="square" rtlCol="0">
            <a:spAutoFit/>
          </a:bodyPr>
          <a:lstStyle/>
          <a:p>
            <a:r>
              <a:rPr lang="en-US" sz="1000" dirty="0"/>
              <a:t>Melee Weapon</a:t>
            </a:r>
          </a:p>
        </p:txBody>
      </p:sp>
      <p:pic>
        <p:nvPicPr>
          <p:cNvPr id="32" name="Picture 31">
            <a:extLst>
              <a:ext uri="{FF2B5EF4-FFF2-40B4-BE49-F238E27FC236}">
                <a16:creationId xmlns:a16="http://schemas.microsoft.com/office/drawing/2014/main" id="{EBB4D474-3A06-CF29-04E3-7238B21814B5}"/>
              </a:ext>
            </a:extLst>
          </p:cNvPr>
          <p:cNvPicPr>
            <a:picLocks noChangeAspect="1"/>
          </p:cNvPicPr>
          <p:nvPr/>
        </p:nvPicPr>
        <p:blipFill>
          <a:blip r:embed="rId5"/>
          <a:stretch>
            <a:fillRect/>
          </a:stretch>
        </p:blipFill>
        <p:spPr>
          <a:xfrm>
            <a:off x="8785144" y="3089069"/>
            <a:ext cx="565286" cy="469149"/>
          </a:xfrm>
          <a:prstGeom prst="rect">
            <a:avLst/>
          </a:prstGeom>
        </p:spPr>
      </p:pic>
      <p:sp>
        <p:nvSpPr>
          <p:cNvPr id="33" name="TextBox 32">
            <a:extLst>
              <a:ext uri="{FF2B5EF4-FFF2-40B4-BE49-F238E27FC236}">
                <a16:creationId xmlns:a16="http://schemas.microsoft.com/office/drawing/2014/main" id="{84C621A4-91FB-8B79-DDD4-644BB6525CD3}"/>
              </a:ext>
            </a:extLst>
          </p:cNvPr>
          <p:cNvSpPr txBox="1"/>
          <p:nvPr/>
        </p:nvSpPr>
        <p:spPr>
          <a:xfrm>
            <a:off x="9277342" y="3218208"/>
            <a:ext cx="1300739" cy="246221"/>
          </a:xfrm>
          <a:prstGeom prst="rect">
            <a:avLst/>
          </a:prstGeom>
          <a:noFill/>
        </p:spPr>
        <p:txBody>
          <a:bodyPr wrap="square" rtlCol="0">
            <a:spAutoFit/>
          </a:bodyPr>
          <a:lstStyle/>
          <a:p>
            <a:r>
              <a:rPr lang="en-US" sz="1000" dirty="0"/>
              <a:t>Small Enemy</a:t>
            </a:r>
          </a:p>
        </p:txBody>
      </p:sp>
      <p:pic>
        <p:nvPicPr>
          <p:cNvPr id="35" name="Picture 34">
            <a:extLst>
              <a:ext uri="{FF2B5EF4-FFF2-40B4-BE49-F238E27FC236}">
                <a16:creationId xmlns:a16="http://schemas.microsoft.com/office/drawing/2014/main" id="{D827EB61-1FA0-66EA-72B7-8201FC9091F9}"/>
              </a:ext>
            </a:extLst>
          </p:cNvPr>
          <p:cNvPicPr>
            <a:picLocks noChangeAspect="1"/>
          </p:cNvPicPr>
          <p:nvPr/>
        </p:nvPicPr>
        <p:blipFill>
          <a:blip r:embed="rId6"/>
          <a:stretch>
            <a:fillRect/>
          </a:stretch>
        </p:blipFill>
        <p:spPr>
          <a:xfrm>
            <a:off x="8928474" y="3696111"/>
            <a:ext cx="248104" cy="316308"/>
          </a:xfrm>
          <a:prstGeom prst="rect">
            <a:avLst/>
          </a:prstGeom>
        </p:spPr>
      </p:pic>
      <p:sp>
        <p:nvSpPr>
          <p:cNvPr id="36" name="TextBox 35">
            <a:extLst>
              <a:ext uri="{FF2B5EF4-FFF2-40B4-BE49-F238E27FC236}">
                <a16:creationId xmlns:a16="http://schemas.microsoft.com/office/drawing/2014/main" id="{2F8982CD-5295-1DE4-33DE-AABD0582E9EE}"/>
              </a:ext>
            </a:extLst>
          </p:cNvPr>
          <p:cNvSpPr txBox="1"/>
          <p:nvPr/>
        </p:nvSpPr>
        <p:spPr>
          <a:xfrm>
            <a:off x="9263637" y="3720543"/>
            <a:ext cx="545223" cy="246221"/>
          </a:xfrm>
          <a:prstGeom prst="rect">
            <a:avLst/>
          </a:prstGeom>
          <a:noFill/>
        </p:spPr>
        <p:txBody>
          <a:bodyPr wrap="square" rtlCol="0">
            <a:spAutoFit/>
          </a:bodyPr>
          <a:lstStyle/>
          <a:p>
            <a:r>
              <a:rPr lang="en-US" sz="1000" dirty="0"/>
              <a:t>Vent</a:t>
            </a:r>
          </a:p>
        </p:txBody>
      </p:sp>
      <p:pic>
        <p:nvPicPr>
          <p:cNvPr id="41" name="Picture 40">
            <a:extLst>
              <a:ext uri="{FF2B5EF4-FFF2-40B4-BE49-F238E27FC236}">
                <a16:creationId xmlns:a16="http://schemas.microsoft.com/office/drawing/2014/main" id="{4E49BDAF-7773-C2D4-2466-D626023A043D}"/>
              </a:ext>
            </a:extLst>
          </p:cNvPr>
          <p:cNvPicPr>
            <a:picLocks noChangeAspect="1"/>
          </p:cNvPicPr>
          <p:nvPr/>
        </p:nvPicPr>
        <p:blipFill>
          <a:blip r:embed="rId7"/>
          <a:stretch>
            <a:fillRect/>
          </a:stretch>
        </p:blipFill>
        <p:spPr>
          <a:xfrm>
            <a:off x="8938647" y="4582286"/>
            <a:ext cx="573966" cy="244641"/>
          </a:xfrm>
          <a:prstGeom prst="rect">
            <a:avLst/>
          </a:prstGeom>
        </p:spPr>
      </p:pic>
      <p:sp>
        <p:nvSpPr>
          <p:cNvPr id="42" name="TextBox 41">
            <a:extLst>
              <a:ext uri="{FF2B5EF4-FFF2-40B4-BE49-F238E27FC236}">
                <a16:creationId xmlns:a16="http://schemas.microsoft.com/office/drawing/2014/main" id="{7186FCB1-D63B-1375-E649-C11E7FE924C4}"/>
              </a:ext>
            </a:extLst>
          </p:cNvPr>
          <p:cNvSpPr txBox="1"/>
          <p:nvPr/>
        </p:nvSpPr>
        <p:spPr>
          <a:xfrm>
            <a:off x="9492183" y="4601943"/>
            <a:ext cx="1300739" cy="246221"/>
          </a:xfrm>
          <a:prstGeom prst="rect">
            <a:avLst/>
          </a:prstGeom>
          <a:noFill/>
        </p:spPr>
        <p:txBody>
          <a:bodyPr wrap="square" rtlCol="0">
            <a:spAutoFit/>
          </a:bodyPr>
          <a:lstStyle/>
          <a:p>
            <a:r>
              <a:rPr lang="en-US" sz="1000" dirty="0"/>
              <a:t>Key</a:t>
            </a:r>
          </a:p>
        </p:txBody>
      </p:sp>
      <p:pic>
        <p:nvPicPr>
          <p:cNvPr id="48" name="Picture 47">
            <a:extLst>
              <a:ext uri="{FF2B5EF4-FFF2-40B4-BE49-F238E27FC236}">
                <a16:creationId xmlns:a16="http://schemas.microsoft.com/office/drawing/2014/main" id="{53A73663-4A7C-2EA3-3F4F-84BF263644FF}"/>
              </a:ext>
            </a:extLst>
          </p:cNvPr>
          <p:cNvPicPr>
            <a:picLocks noChangeAspect="1"/>
          </p:cNvPicPr>
          <p:nvPr/>
        </p:nvPicPr>
        <p:blipFill>
          <a:blip r:embed="rId8"/>
          <a:stretch>
            <a:fillRect/>
          </a:stretch>
        </p:blipFill>
        <p:spPr>
          <a:xfrm>
            <a:off x="8919697" y="5539486"/>
            <a:ext cx="325033" cy="342843"/>
          </a:xfrm>
          <a:prstGeom prst="rect">
            <a:avLst/>
          </a:prstGeom>
        </p:spPr>
      </p:pic>
      <p:sp>
        <p:nvSpPr>
          <p:cNvPr id="49" name="TextBox 48">
            <a:extLst>
              <a:ext uri="{FF2B5EF4-FFF2-40B4-BE49-F238E27FC236}">
                <a16:creationId xmlns:a16="http://schemas.microsoft.com/office/drawing/2014/main" id="{6706A2BD-587D-9BC5-4609-41286FC78BC6}"/>
              </a:ext>
            </a:extLst>
          </p:cNvPr>
          <p:cNvSpPr txBox="1"/>
          <p:nvPr/>
        </p:nvSpPr>
        <p:spPr>
          <a:xfrm>
            <a:off x="9240964" y="5587175"/>
            <a:ext cx="1300739" cy="246221"/>
          </a:xfrm>
          <a:prstGeom prst="rect">
            <a:avLst/>
          </a:prstGeom>
          <a:noFill/>
        </p:spPr>
        <p:txBody>
          <a:bodyPr wrap="square" rtlCol="0">
            <a:spAutoFit/>
          </a:bodyPr>
          <a:lstStyle/>
          <a:p>
            <a:r>
              <a:rPr lang="en-US" sz="1000" dirty="0"/>
              <a:t>Elevator</a:t>
            </a:r>
          </a:p>
        </p:txBody>
      </p:sp>
      <p:pic>
        <p:nvPicPr>
          <p:cNvPr id="51" name="Picture 50">
            <a:extLst>
              <a:ext uri="{FF2B5EF4-FFF2-40B4-BE49-F238E27FC236}">
                <a16:creationId xmlns:a16="http://schemas.microsoft.com/office/drawing/2014/main" id="{B64AA28C-736C-5DE6-C686-19E8B2141E90}"/>
              </a:ext>
            </a:extLst>
          </p:cNvPr>
          <p:cNvPicPr>
            <a:picLocks noChangeAspect="1"/>
          </p:cNvPicPr>
          <p:nvPr/>
        </p:nvPicPr>
        <p:blipFill>
          <a:blip r:embed="rId9"/>
          <a:stretch>
            <a:fillRect/>
          </a:stretch>
        </p:blipFill>
        <p:spPr>
          <a:xfrm>
            <a:off x="8911161" y="6078864"/>
            <a:ext cx="412125" cy="412125"/>
          </a:xfrm>
          <a:prstGeom prst="rect">
            <a:avLst/>
          </a:prstGeom>
        </p:spPr>
      </p:pic>
      <p:sp>
        <p:nvSpPr>
          <p:cNvPr id="52" name="TextBox 51">
            <a:extLst>
              <a:ext uri="{FF2B5EF4-FFF2-40B4-BE49-F238E27FC236}">
                <a16:creationId xmlns:a16="http://schemas.microsoft.com/office/drawing/2014/main" id="{F9FD0B53-1922-E2C9-94F5-FBDD8DBFC462}"/>
              </a:ext>
            </a:extLst>
          </p:cNvPr>
          <p:cNvSpPr txBox="1"/>
          <p:nvPr/>
        </p:nvSpPr>
        <p:spPr>
          <a:xfrm>
            <a:off x="9277341" y="6151832"/>
            <a:ext cx="1300739" cy="246221"/>
          </a:xfrm>
          <a:prstGeom prst="rect">
            <a:avLst/>
          </a:prstGeom>
          <a:noFill/>
        </p:spPr>
        <p:txBody>
          <a:bodyPr wrap="square" rtlCol="0">
            <a:spAutoFit/>
          </a:bodyPr>
          <a:lstStyle/>
          <a:p>
            <a:r>
              <a:rPr lang="en-US" sz="1000" dirty="0"/>
              <a:t>Obstacle</a:t>
            </a:r>
          </a:p>
        </p:txBody>
      </p:sp>
      <p:pic>
        <p:nvPicPr>
          <p:cNvPr id="53" name="Picture 52">
            <a:extLst>
              <a:ext uri="{FF2B5EF4-FFF2-40B4-BE49-F238E27FC236}">
                <a16:creationId xmlns:a16="http://schemas.microsoft.com/office/drawing/2014/main" id="{C20F05B5-DEE8-54A9-BD38-922EA2DACA97}"/>
              </a:ext>
            </a:extLst>
          </p:cNvPr>
          <p:cNvPicPr>
            <a:picLocks noChangeAspect="1"/>
          </p:cNvPicPr>
          <p:nvPr/>
        </p:nvPicPr>
        <p:blipFill>
          <a:blip r:embed="rId10"/>
          <a:stretch>
            <a:fillRect/>
          </a:stretch>
        </p:blipFill>
        <p:spPr>
          <a:xfrm>
            <a:off x="10303681" y="2991304"/>
            <a:ext cx="375501" cy="378946"/>
          </a:xfrm>
          <a:prstGeom prst="rect">
            <a:avLst/>
          </a:prstGeom>
        </p:spPr>
      </p:pic>
      <p:sp>
        <p:nvSpPr>
          <p:cNvPr id="54" name="TextBox 53">
            <a:extLst>
              <a:ext uri="{FF2B5EF4-FFF2-40B4-BE49-F238E27FC236}">
                <a16:creationId xmlns:a16="http://schemas.microsoft.com/office/drawing/2014/main" id="{685B33CD-4264-3630-8365-6CB0438C1599}"/>
              </a:ext>
            </a:extLst>
          </p:cNvPr>
          <p:cNvSpPr txBox="1"/>
          <p:nvPr/>
        </p:nvSpPr>
        <p:spPr>
          <a:xfrm>
            <a:off x="10655272" y="3006519"/>
            <a:ext cx="798138" cy="246221"/>
          </a:xfrm>
          <a:prstGeom prst="rect">
            <a:avLst/>
          </a:prstGeom>
          <a:noFill/>
        </p:spPr>
        <p:txBody>
          <a:bodyPr wrap="square" rtlCol="0">
            <a:spAutoFit/>
          </a:bodyPr>
          <a:lstStyle/>
          <a:p>
            <a:r>
              <a:rPr lang="en-US" sz="1000" dirty="0"/>
              <a:t>Boss</a:t>
            </a:r>
          </a:p>
        </p:txBody>
      </p:sp>
      <p:pic>
        <p:nvPicPr>
          <p:cNvPr id="55" name="Picture 54">
            <a:extLst>
              <a:ext uri="{FF2B5EF4-FFF2-40B4-BE49-F238E27FC236}">
                <a16:creationId xmlns:a16="http://schemas.microsoft.com/office/drawing/2014/main" id="{77DD3AA6-021A-ABC6-C15A-F02A1337105A}"/>
              </a:ext>
            </a:extLst>
          </p:cNvPr>
          <p:cNvPicPr>
            <a:picLocks noChangeAspect="1"/>
          </p:cNvPicPr>
          <p:nvPr/>
        </p:nvPicPr>
        <p:blipFill>
          <a:blip r:embed="rId11"/>
          <a:stretch>
            <a:fillRect/>
          </a:stretch>
        </p:blipFill>
        <p:spPr>
          <a:xfrm>
            <a:off x="10290232" y="3474854"/>
            <a:ext cx="490001" cy="506334"/>
          </a:xfrm>
          <a:prstGeom prst="rect">
            <a:avLst/>
          </a:prstGeom>
        </p:spPr>
      </p:pic>
      <p:sp>
        <p:nvSpPr>
          <p:cNvPr id="56" name="TextBox 55">
            <a:extLst>
              <a:ext uri="{FF2B5EF4-FFF2-40B4-BE49-F238E27FC236}">
                <a16:creationId xmlns:a16="http://schemas.microsoft.com/office/drawing/2014/main" id="{97C032FB-250E-0AC9-8F6E-AC732B7E4A6D}"/>
              </a:ext>
            </a:extLst>
          </p:cNvPr>
          <p:cNvSpPr txBox="1"/>
          <p:nvPr/>
        </p:nvSpPr>
        <p:spPr>
          <a:xfrm>
            <a:off x="10726247" y="3562117"/>
            <a:ext cx="1420307" cy="246221"/>
          </a:xfrm>
          <a:prstGeom prst="rect">
            <a:avLst/>
          </a:prstGeom>
          <a:noFill/>
        </p:spPr>
        <p:txBody>
          <a:bodyPr wrap="square" rtlCol="0">
            <a:spAutoFit/>
          </a:bodyPr>
          <a:lstStyle/>
          <a:p>
            <a:r>
              <a:rPr lang="en-US" sz="1000" dirty="0"/>
              <a:t>Boss Phase</a:t>
            </a:r>
          </a:p>
        </p:txBody>
      </p:sp>
      <p:pic>
        <p:nvPicPr>
          <p:cNvPr id="58" name="Picture 57">
            <a:extLst>
              <a:ext uri="{FF2B5EF4-FFF2-40B4-BE49-F238E27FC236}">
                <a16:creationId xmlns:a16="http://schemas.microsoft.com/office/drawing/2014/main" id="{A07C8AA0-4693-9173-4112-1F047C19B296}"/>
              </a:ext>
            </a:extLst>
          </p:cNvPr>
          <p:cNvPicPr>
            <a:picLocks noChangeAspect="1"/>
          </p:cNvPicPr>
          <p:nvPr/>
        </p:nvPicPr>
        <p:blipFill>
          <a:blip r:embed="rId12"/>
          <a:stretch>
            <a:fillRect/>
          </a:stretch>
        </p:blipFill>
        <p:spPr>
          <a:xfrm>
            <a:off x="7384066" y="3071917"/>
            <a:ext cx="475243" cy="461665"/>
          </a:xfrm>
          <a:prstGeom prst="rect">
            <a:avLst/>
          </a:prstGeom>
        </p:spPr>
      </p:pic>
      <p:sp>
        <p:nvSpPr>
          <p:cNvPr id="59" name="TextBox 58">
            <a:extLst>
              <a:ext uri="{FF2B5EF4-FFF2-40B4-BE49-F238E27FC236}">
                <a16:creationId xmlns:a16="http://schemas.microsoft.com/office/drawing/2014/main" id="{EC15F9B3-523F-4A5D-66D6-0BBAEA3C7DBE}"/>
              </a:ext>
            </a:extLst>
          </p:cNvPr>
          <p:cNvSpPr txBox="1"/>
          <p:nvPr/>
        </p:nvSpPr>
        <p:spPr>
          <a:xfrm>
            <a:off x="7850850" y="3194194"/>
            <a:ext cx="1495720" cy="246221"/>
          </a:xfrm>
          <a:prstGeom prst="rect">
            <a:avLst/>
          </a:prstGeom>
          <a:noFill/>
        </p:spPr>
        <p:txBody>
          <a:bodyPr wrap="square" rtlCol="0">
            <a:spAutoFit/>
          </a:bodyPr>
          <a:lstStyle/>
          <a:p>
            <a:r>
              <a:rPr lang="en-US" sz="1000" dirty="0"/>
              <a:t>Flashlight</a:t>
            </a:r>
          </a:p>
        </p:txBody>
      </p:sp>
      <p:pic>
        <p:nvPicPr>
          <p:cNvPr id="60" name="Picture 59">
            <a:extLst>
              <a:ext uri="{FF2B5EF4-FFF2-40B4-BE49-F238E27FC236}">
                <a16:creationId xmlns:a16="http://schemas.microsoft.com/office/drawing/2014/main" id="{95B8F5A1-899A-35E8-80C9-9B990FB6D674}"/>
              </a:ext>
            </a:extLst>
          </p:cNvPr>
          <p:cNvPicPr>
            <a:picLocks noChangeAspect="1"/>
          </p:cNvPicPr>
          <p:nvPr/>
        </p:nvPicPr>
        <p:blipFill>
          <a:blip r:embed="rId13"/>
          <a:stretch>
            <a:fillRect/>
          </a:stretch>
        </p:blipFill>
        <p:spPr>
          <a:xfrm>
            <a:off x="7429271" y="3635898"/>
            <a:ext cx="612340" cy="358728"/>
          </a:xfrm>
          <a:prstGeom prst="rect">
            <a:avLst/>
          </a:prstGeom>
        </p:spPr>
      </p:pic>
      <p:sp>
        <p:nvSpPr>
          <p:cNvPr id="61" name="TextBox 60">
            <a:extLst>
              <a:ext uri="{FF2B5EF4-FFF2-40B4-BE49-F238E27FC236}">
                <a16:creationId xmlns:a16="http://schemas.microsoft.com/office/drawing/2014/main" id="{03CD3010-21B1-9BEF-6542-BF2AEA1845E3}"/>
              </a:ext>
            </a:extLst>
          </p:cNvPr>
          <p:cNvSpPr txBox="1"/>
          <p:nvPr/>
        </p:nvSpPr>
        <p:spPr>
          <a:xfrm>
            <a:off x="8052323" y="3683725"/>
            <a:ext cx="816735" cy="246221"/>
          </a:xfrm>
          <a:prstGeom prst="rect">
            <a:avLst/>
          </a:prstGeom>
          <a:noFill/>
        </p:spPr>
        <p:txBody>
          <a:bodyPr wrap="square" rtlCol="0">
            <a:spAutoFit/>
          </a:bodyPr>
          <a:lstStyle/>
          <a:p>
            <a:r>
              <a:rPr lang="en-US" sz="1000" dirty="0"/>
              <a:t>Cinematic</a:t>
            </a:r>
          </a:p>
        </p:txBody>
      </p:sp>
      <p:pic>
        <p:nvPicPr>
          <p:cNvPr id="62" name="Picture 61">
            <a:extLst>
              <a:ext uri="{FF2B5EF4-FFF2-40B4-BE49-F238E27FC236}">
                <a16:creationId xmlns:a16="http://schemas.microsoft.com/office/drawing/2014/main" id="{480E093D-95DF-7E02-CBE0-7F0E4992943C}"/>
              </a:ext>
            </a:extLst>
          </p:cNvPr>
          <p:cNvPicPr>
            <a:picLocks noChangeAspect="1"/>
          </p:cNvPicPr>
          <p:nvPr/>
        </p:nvPicPr>
        <p:blipFill>
          <a:blip r:embed="rId14"/>
          <a:stretch>
            <a:fillRect/>
          </a:stretch>
        </p:blipFill>
        <p:spPr>
          <a:xfrm>
            <a:off x="10287091" y="4080560"/>
            <a:ext cx="573965" cy="358728"/>
          </a:xfrm>
          <a:prstGeom prst="rect">
            <a:avLst/>
          </a:prstGeom>
        </p:spPr>
      </p:pic>
      <p:sp>
        <p:nvSpPr>
          <p:cNvPr id="63" name="TextBox 62">
            <a:extLst>
              <a:ext uri="{FF2B5EF4-FFF2-40B4-BE49-F238E27FC236}">
                <a16:creationId xmlns:a16="http://schemas.microsoft.com/office/drawing/2014/main" id="{67D9AE23-7B71-CB02-5CF3-DDBDE8655947}"/>
              </a:ext>
            </a:extLst>
          </p:cNvPr>
          <p:cNvSpPr txBox="1"/>
          <p:nvPr/>
        </p:nvSpPr>
        <p:spPr>
          <a:xfrm>
            <a:off x="10807545" y="4141941"/>
            <a:ext cx="1495720" cy="246221"/>
          </a:xfrm>
          <a:prstGeom prst="rect">
            <a:avLst/>
          </a:prstGeom>
          <a:noFill/>
        </p:spPr>
        <p:txBody>
          <a:bodyPr wrap="square" rtlCol="0">
            <a:spAutoFit/>
          </a:bodyPr>
          <a:lstStyle/>
          <a:p>
            <a:r>
              <a:rPr lang="en-US" sz="1000" dirty="0"/>
              <a:t>Reactor Breaker</a:t>
            </a:r>
          </a:p>
        </p:txBody>
      </p:sp>
      <p:pic>
        <p:nvPicPr>
          <p:cNvPr id="66" name="Picture 65">
            <a:extLst>
              <a:ext uri="{FF2B5EF4-FFF2-40B4-BE49-F238E27FC236}">
                <a16:creationId xmlns:a16="http://schemas.microsoft.com/office/drawing/2014/main" id="{4476898F-21E3-DEDA-82C7-732481CEA343}"/>
              </a:ext>
            </a:extLst>
          </p:cNvPr>
          <p:cNvPicPr>
            <a:picLocks noChangeAspect="1"/>
          </p:cNvPicPr>
          <p:nvPr/>
        </p:nvPicPr>
        <p:blipFill>
          <a:blip r:embed="rId15"/>
          <a:stretch>
            <a:fillRect/>
          </a:stretch>
        </p:blipFill>
        <p:spPr>
          <a:xfrm>
            <a:off x="7394784" y="5310222"/>
            <a:ext cx="408284" cy="340654"/>
          </a:xfrm>
          <a:prstGeom prst="rect">
            <a:avLst/>
          </a:prstGeom>
        </p:spPr>
      </p:pic>
      <p:sp>
        <p:nvSpPr>
          <p:cNvPr id="67" name="TextBox 66">
            <a:extLst>
              <a:ext uri="{FF2B5EF4-FFF2-40B4-BE49-F238E27FC236}">
                <a16:creationId xmlns:a16="http://schemas.microsoft.com/office/drawing/2014/main" id="{661359FD-4B04-3058-44EC-A24389C9144C}"/>
              </a:ext>
            </a:extLst>
          </p:cNvPr>
          <p:cNvSpPr txBox="1"/>
          <p:nvPr/>
        </p:nvSpPr>
        <p:spPr>
          <a:xfrm>
            <a:off x="7803069" y="5354104"/>
            <a:ext cx="578932" cy="246221"/>
          </a:xfrm>
          <a:prstGeom prst="rect">
            <a:avLst/>
          </a:prstGeom>
          <a:noFill/>
        </p:spPr>
        <p:txBody>
          <a:bodyPr wrap="square" rtlCol="0">
            <a:spAutoFit/>
          </a:bodyPr>
          <a:lstStyle/>
          <a:p>
            <a:r>
              <a:rPr lang="en-US" sz="1000" dirty="0"/>
              <a:t>Battery</a:t>
            </a:r>
          </a:p>
        </p:txBody>
      </p:sp>
      <p:pic>
        <p:nvPicPr>
          <p:cNvPr id="69" name="Picture 68">
            <a:extLst>
              <a:ext uri="{FF2B5EF4-FFF2-40B4-BE49-F238E27FC236}">
                <a16:creationId xmlns:a16="http://schemas.microsoft.com/office/drawing/2014/main" id="{4B38395E-3B74-D9AA-82DD-23252CE38C69}"/>
              </a:ext>
            </a:extLst>
          </p:cNvPr>
          <p:cNvPicPr>
            <a:picLocks noChangeAspect="1"/>
          </p:cNvPicPr>
          <p:nvPr/>
        </p:nvPicPr>
        <p:blipFill>
          <a:blip r:embed="rId16"/>
          <a:stretch>
            <a:fillRect/>
          </a:stretch>
        </p:blipFill>
        <p:spPr>
          <a:xfrm>
            <a:off x="8938647" y="4133977"/>
            <a:ext cx="301333" cy="361599"/>
          </a:xfrm>
          <a:prstGeom prst="rect">
            <a:avLst/>
          </a:prstGeom>
        </p:spPr>
      </p:pic>
      <p:sp>
        <p:nvSpPr>
          <p:cNvPr id="70" name="TextBox 69">
            <a:extLst>
              <a:ext uri="{FF2B5EF4-FFF2-40B4-BE49-F238E27FC236}">
                <a16:creationId xmlns:a16="http://schemas.microsoft.com/office/drawing/2014/main" id="{D511AD7D-98FA-4FE6-E44C-D2CF2C403E05}"/>
              </a:ext>
            </a:extLst>
          </p:cNvPr>
          <p:cNvSpPr txBox="1"/>
          <p:nvPr/>
        </p:nvSpPr>
        <p:spPr>
          <a:xfrm>
            <a:off x="9299338" y="4121636"/>
            <a:ext cx="874631" cy="400110"/>
          </a:xfrm>
          <a:prstGeom prst="rect">
            <a:avLst/>
          </a:prstGeom>
          <a:noFill/>
        </p:spPr>
        <p:txBody>
          <a:bodyPr wrap="square" rtlCol="0">
            <a:spAutoFit/>
          </a:bodyPr>
          <a:lstStyle/>
          <a:p>
            <a:r>
              <a:rPr lang="en-US" sz="1000" dirty="0"/>
              <a:t>Locked Door</a:t>
            </a:r>
          </a:p>
        </p:txBody>
      </p:sp>
      <p:pic>
        <p:nvPicPr>
          <p:cNvPr id="72" name="Picture 71">
            <a:extLst>
              <a:ext uri="{FF2B5EF4-FFF2-40B4-BE49-F238E27FC236}">
                <a16:creationId xmlns:a16="http://schemas.microsoft.com/office/drawing/2014/main" id="{0B7E80BD-1258-073B-51EC-503C18577661}"/>
              </a:ext>
            </a:extLst>
          </p:cNvPr>
          <p:cNvPicPr>
            <a:picLocks noChangeAspect="1"/>
          </p:cNvPicPr>
          <p:nvPr/>
        </p:nvPicPr>
        <p:blipFill>
          <a:blip r:embed="rId17"/>
          <a:stretch>
            <a:fillRect/>
          </a:stretch>
        </p:blipFill>
        <p:spPr>
          <a:xfrm>
            <a:off x="7484585" y="4711161"/>
            <a:ext cx="246853" cy="518085"/>
          </a:xfrm>
          <a:prstGeom prst="rect">
            <a:avLst/>
          </a:prstGeom>
        </p:spPr>
      </p:pic>
      <p:sp>
        <p:nvSpPr>
          <p:cNvPr id="73" name="TextBox 72">
            <a:extLst>
              <a:ext uri="{FF2B5EF4-FFF2-40B4-BE49-F238E27FC236}">
                <a16:creationId xmlns:a16="http://schemas.microsoft.com/office/drawing/2014/main" id="{4359BB16-0C96-79BB-3939-E0FCAF3B4221}"/>
              </a:ext>
            </a:extLst>
          </p:cNvPr>
          <p:cNvSpPr txBox="1"/>
          <p:nvPr/>
        </p:nvSpPr>
        <p:spPr>
          <a:xfrm>
            <a:off x="7817823" y="4886442"/>
            <a:ext cx="578932" cy="246221"/>
          </a:xfrm>
          <a:prstGeom prst="rect">
            <a:avLst/>
          </a:prstGeom>
          <a:noFill/>
        </p:spPr>
        <p:txBody>
          <a:bodyPr wrap="square" rtlCol="0">
            <a:spAutoFit/>
          </a:bodyPr>
          <a:lstStyle/>
          <a:p>
            <a:r>
              <a:rPr lang="en-US" sz="1000" dirty="0"/>
              <a:t>Door</a:t>
            </a:r>
          </a:p>
        </p:txBody>
      </p:sp>
      <p:pic>
        <p:nvPicPr>
          <p:cNvPr id="74" name="Picture 73">
            <a:extLst>
              <a:ext uri="{FF2B5EF4-FFF2-40B4-BE49-F238E27FC236}">
                <a16:creationId xmlns:a16="http://schemas.microsoft.com/office/drawing/2014/main" id="{B0322E3A-842C-B48E-181C-8284394B3693}"/>
              </a:ext>
            </a:extLst>
          </p:cNvPr>
          <p:cNvPicPr>
            <a:picLocks noChangeAspect="1"/>
          </p:cNvPicPr>
          <p:nvPr/>
        </p:nvPicPr>
        <p:blipFill>
          <a:blip r:embed="rId18"/>
          <a:stretch>
            <a:fillRect/>
          </a:stretch>
        </p:blipFill>
        <p:spPr>
          <a:xfrm>
            <a:off x="10314124" y="4537954"/>
            <a:ext cx="412125" cy="350306"/>
          </a:xfrm>
          <a:prstGeom prst="rect">
            <a:avLst/>
          </a:prstGeom>
        </p:spPr>
      </p:pic>
      <p:sp>
        <p:nvSpPr>
          <p:cNvPr id="75" name="TextBox 74">
            <a:extLst>
              <a:ext uri="{FF2B5EF4-FFF2-40B4-BE49-F238E27FC236}">
                <a16:creationId xmlns:a16="http://schemas.microsoft.com/office/drawing/2014/main" id="{E5038E97-0504-DE5E-35DB-AD37B3692878}"/>
              </a:ext>
            </a:extLst>
          </p:cNvPr>
          <p:cNvSpPr txBox="1"/>
          <p:nvPr/>
        </p:nvSpPr>
        <p:spPr>
          <a:xfrm>
            <a:off x="10756143" y="4610369"/>
            <a:ext cx="1300739" cy="246221"/>
          </a:xfrm>
          <a:prstGeom prst="rect">
            <a:avLst/>
          </a:prstGeom>
          <a:noFill/>
        </p:spPr>
        <p:txBody>
          <a:bodyPr wrap="square" rtlCol="0">
            <a:spAutoFit/>
          </a:bodyPr>
          <a:lstStyle/>
          <a:p>
            <a:r>
              <a:rPr lang="en-US" sz="1000" dirty="0"/>
              <a:t>Chasm</a:t>
            </a:r>
          </a:p>
        </p:txBody>
      </p:sp>
      <p:pic>
        <p:nvPicPr>
          <p:cNvPr id="77" name="Picture 76">
            <a:extLst>
              <a:ext uri="{FF2B5EF4-FFF2-40B4-BE49-F238E27FC236}">
                <a16:creationId xmlns:a16="http://schemas.microsoft.com/office/drawing/2014/main" id="{BEC21223-FCAC-5716-29E5-6343F02806DF}"/>
              </a:ext>
            </a:extLst>
          </p:cNvPr>
          <p:cNvPicPr>
            <a:picLocks noChangeAspect="1"/>
          </p:cNvPicPr>
          <p:nvPr/>
        </p:nvPicPr>
        <p:blipFill>
          <a:blip r:embed="rId19"/>
          <a:stretch>
            <a:fillRect/>
          </a:stretch>
        </p:blipFill>
        <p:spPr>
          <a:xfrm>
            <a:off x="8907248" y="4990359"/>
            <a:ext cx="416038" cy="400485"/>
          </a:xfrm>
          <a:prstGeom prst="rect">
            <a:avLst/>
          </a:prstGeom>
        </p:spPr>
      </p:pic>
      <p:sp>
        <p:nvSpPr>
          <p:cNvPr id="78" name="TextBox 77">
            <a:extLst>
              <a:ext uri="{FF2B5EF4-FFF2-40B4-BE49-F238E27FC236}">
                <a16:creationId xmlns:a16="http://schemas.microsoft.com/office/drawing/2014/main" id="{7D04102D-3908-6888-1317-E43E960B8D83}"/>
              </a:ext>
            </a:extLst>
          </p:cNvPr>
          <p:cNvSpPr txBox="1"/>
          <p:nvPr/>
        </p:nvSpPr>
        <p:spPr>
          <a:xfrm>
            <a:off x="9347860" y="5058626"/>
            <a:ext cx="1300739" cy="246221"/>
          </a:xfrm>
          <a:prstGeom prst="rect">
            <a:avLst/>
          </a:prstGeom>
          <a:noFill/>
        </p:spPr>
        <p:txBody>
          <a:bodyPr wrap="square" rtlCol="0">
            <a:spAutoFit/>
          </a:bodyPr>
          <a:lstStyle/>
          <a:p>
            <a:r>
              <a:rPr lang="en-US" sz="1000" dirty="0"/>
              <a:t>Spiral Stairs</a:t>
            </a:r>
          </a:p>
        </p:txBody>
      </p:sp>
      <p:pic>
        <p:nvPicPr>
          <p:cNvPr id="80" name="Picture 79">
            <a:extLst>
              <a:ext uri="{FF2B5EF4-FFF2-40B4-BE49-F238E27FC236}">
                <a16:creationId xmlns:a16="http://schemas.microsoft.com/office/drawing/2014/main" id="{111C817D-04BE-11D0-9EAE-425F144E36EA}"/>
              </a:ext>
            </a:extLst>
          </p:cNvPr>
          <p:cNvPicPr>
            <a:picLocks noChangeAspect="1"/>
          </p:cNvPicPr>
          <p:nvPr/>
        </p:nvPicPr>
        <p:blipFill>
          <a:blip r:embed="rId20"/>
          <a:stretch>
            <a:fillRect/>
          </a:stretch>
        </p:blipFill>
        <p:spPr>
          <a:xfrm>
            <a:off x="10358919" y="5050915"/>
            <a:ext cx="289680" cy="499996"/>
          </a:xfrm>
          <a:prstGeom prst="rect">
            <a:avLst/>
          </a:prstGeom>
        </p:spPr>
      </p:pic>
      <p:sp>
        <p:nvSpPr>
          <p:cNvPr id="81" name="TextBox 80">
            <a:extLst>
              <a:ext uri="{FF2B5EF4-FFF2-40B4-BE49-F238E27FC236}">
                <a16:creationId xmlns:a16="http://schemas.microsoft.com/office/drawing/2014/main" id="{E70C99E7-CBAD-D6BE-26CF-946A9C42BAEE}"/>
              </a:ext>
            </a:extLst>
          </p:cNvPr>
          <p:cNvSpPr txBox="1"/>
          <p:nvPr/>
        </p:nvSpPr>
        <p:spPr>
          <a:xfrm>
            <a:off x="10756143" y="5153550"/>
            <a:ext cx="1300739" cy="246221"/>
          </a:xfrm>
          <a:prstGeom prst="rect">
            <a:avLst/>
          </a:prstGeom>
          <a:noFill/>
        </p:spPr>
        <p:txBody>
          <a:bodyPr wrap="square" rtlCol="0">
            <a:spAutoFit/>
          </a:bodyPr>
          <a:lstStyle/>
          <a:p>
            <a:r>
              <a:rPr lang="en-US" sz="1000" dirty="0"/>
              <a:t>Stairs</a:t>
            </a:r>
          </a:p>
        </p:txBody>
      </p:sp>
      <p:pic>
        <p:nvPicPr>
          <p:cNvPr id="83" name="Picture 82">
            <a:extLst>
              <a:ext uri="{FF2B5EF4-FFF2-40B4-BE49-F238E27FC236}">
                <a16:creationId xmlns:a16="http://schemas.microsoft.com/office/drawing/2014/main" id="{48F36305-428E-E8CD-71C5-CD61AAA221ED}"/>
              </a:ext>
            </a:extLst>
          </p:cNvPr>
          <p:cNvPicPr>
            <a:picLocks noChangeAspect="1"/>
          </p:cNvPicPr>
          <p:nvPr/>
        </p:nvPicPr>
        <p:blipFill>
          <a:blip r:embed="rId21"/>
          <a:stretch>
            <a:fillRect/>
          </a:stretch>
        </p:blipFill>
        <p:spPr>
          <a:xfrm>
            <a:off x="10389954" y="5745875"/>
            <a:ext cx="336293" cy="533622"/>
          </a:xfrm>
          <a:prstGeom prst="rect">
            <a:avLst/>
          </a:prstGeom>
        </p:spPr>
      </p:pic>
      <p:sp>
        <p:nvSpPr>
          <p:cNvPr id="84" name="TextBox 83">
            <a:extLst>
              <a:ext uri="{FF2B5EF4-FFF2-40B4-BE49-F238E27FC236}">
                <a16:creationId xmlns:a16="http://schemas.microsoft.com/office/drawing/2014/main" id="{85A44DDF-79D1-6DA5-7D50-F2B096012703}"/>
              </a:ext>
            </a:extLst>
          </p:cNvPr>
          <p:cNvSpPr txBox="1"/>
          <p:nvPr/>
        </p:nvSpPr>
        <p:spPr>
          <a:xfrm>
            <a:off x="10741195" y="5857154"/>
            <a:ext cx="1300739" cy="246221"/>
          </a:xfrm>
          <a:prstGeom prst="rect">
            <a:avLst/>
          </a:prstGeom>
          <a:noFill/>
        </p:spPr>
        <p:txBody>
          <a:bodyPr wrap="square" rtlCol="0">
            <a:spAutoFit/>
          </a:bodyPr>
          <a:lstStyle/>
          <a:p>
            <a:r>
              <a:rPr lang="en-US" sz="1000" dirty="0"/>
              <a:t>Reactor Door</a:t>
            </a:r>
          </a:p>
        </p:txBody>
      </p:sp>
      <mc:AlternateContent xmlns:mc="http://schemas.openxmlformats.org/markup-compatibility/2006">
        <mc:Choice xmlns:p14="http://schemas.microsoft.com/office/powerpoint/2010/main" Requires="p14">
          <p:contentPart p14:bwMode="auto" r:id="rId22">
            <p14:nvContentPartPr>
              <p14:cNvPr id="90" name="Ink 89">
                <a:extLst>
                  <a:ext uri="{FF2B5EF4-FFF2-40B4-BE49-F238E27FC236}">
                    <a16:creationId xmlns:a16="http://schemas.microsoft.com/office/drawing/2014/main" id="{32F0C329-C087-8E32-19C7-D23EC3D70BD1}"/>
                  </a:ext>
                </a:extLst>
              </p14:cNvPr>
              <p14:cNvContentPartPr/>
              <p14:nvPr/>
            </p14:nvContentPartPr>
            <p14:xfrm>
              <a:off x="2000340" y="6714975"/>
              <a:ext cx="457560" cy="720"/>
            </p14:xfrm>
          </p:contentPart>
        </mc:Choice>
        <mc:Fallback>
          <p:pic>
            <p:nvPicPr>
              <p:cNvPr id="90" name="Ink 89">
                <a:extLst>
                  <a:ext uri="{FF2B5EF4-FFF2-40B4-BE49-F238E27FC236}">
                    <a16:creationId xmlns:a16="http://schemas.microsoft.com/office/drawing/2014/main" id="{32F0C329-C087-8E32-19C7-D23EC3D70BD1}"/>
                  </a:ext>
                </a:extLst>
              </p:cNvPr>
              <p:cNvPicPr/>
              <p:nvPr/>
            </p:nvPicPr>
            <p:blipFill>
              <a:blip r:embed="rId23"/>
              <a:stretch>
                <a:fillRect/>
              </a:stretch>
            </p:blipFill>
            <p:spPr>
              <a:xfrm>
                <a:off x="1982340" y="6678975"/>
                <a:ext cx="4932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93" name="Ink 92">
                <a:extLst>
                  <a:ext uri="{FF2B5EF4-FFF2-40B4-BE49-F238E27FC236}">
                    <a16:creationId xmlns:a16="http://schemas.microsoft.com/office/drawing/2014/main" id="{E8129707-B46A-E3E1-FDDA-4CA52A5AFF69}"/>
                  </a:ext>
                </a:extLst>
              </p14:cNvPr>
              <p14:cNvContentPartPr/>
              <p14:nvPr/>
            </p14:nvContentPartPr>
            <p14:xfrm>
              <a:off x="2466900" y="5848455"/>
              <a:ext cx="360" cy="857520"/>
            </p14:xfrm>
          </p:contentPart>
        </mc:Choice>
        <mc:Fallback>
          <p:pic>
            <p:nvPicPr>
              <p:cNvPr id="93" name="Ink 92">
                <a:extLst>
                  <a:ext uri="{FF2B5EF4-FFF2-40B4-BE49-F238E27FC236}">
                    <a16:creationId xmlns:a16="http://schemas.microsoft.com/office/drawing/2014/main" id="{E8129707-B46A-E3E1-FDDA-4CA52A5AFF69}"/>
                  </a:ext>
                </a:extLst>
              </p:cNvPr>
              <p:cNvPicPr/>
              <p:nvPr/>
            </p:nvPicPr>
            <p:blipFill>
              <a:blip r:embed="rId25"/>
              <a:stretch>
                <a:fillRect/>
              </a:stretch>
            </p:blipFill>
            <p:spPr>
              <a:xfrm>
                <a:off x="2448900" y="5830455"/>
                <a:ext cx="36000" cy="8931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95" name="Ink 94">
                <a:extLst>
                  <a:ext uri="{FF2B5EF4-FFF2-40B4-BE49-F238E27FC236}">
                    <a16:creationId xmlns:a16="http://schemas.microsoft.com/office/drawing/2014/main" id="{22AB721A-9CE5-1E47-23DD-E56A64C8A293}"/>
                  </a:ext>
                </a:extLst>
              </p14:cNvPr>
              <p14:cNvContentPartPr/>
              <p14:nvPr/>
            </p14:nvContentPartPr>
            <p14:xfrm>
              <a:off x="2457540" y="5829375"/>
              <a:ext cx="829080" cy="360"/>
            </p14:xfrm>
          </p:contentPart>
        </mc:Choice>
        <mc:Fallback>
          <p:pic>
            <p:nvPicPr>
              <p:cNvPr id="95" name="Ink 94">
                <a:extLst>
                  <a:ext uri="{FF2B5EF4-FFF2-40B4-BE49-F238E27FC236}">
                    <a16:creationId xmlns:a16="http://schemas.microsoft.com/office/drawing/2014/main" id="{22AB721A-9CE5-1E47-23DD-E56A64C8A293}"/>
                  </a:ext>
                </a:extLst>
              </p:cNvPr>
              <p:cNvPicPr/>
              <p:nvPr/>
            </p:nvPicPr>
            <p:blipFill>
              <a:blip r:embed="rId27"/>
              <a:stretch>
                <a:fillRect/>
              </a:stretch>
            </p:blipFill>
            <p:spPr>
              <a:xfrm>
                <a:off x="2439540" y="5811375"/>
                <a:ext cx="8647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97" name="Ink 96">
                <a:extLst>
                  <a:ext uri="{FF2B5EF4-FFF2-40B4-BE49-F238E27FC236}">
                    <a16:creationId xmlns:a16="http://schemas.microsoft.com/office/drawing/2014/main" id="{9B81CDA9-9F94-22B1-3A79-C9C62590B1E1}"/>
                  </a:ext>
                </a:extLst>
              </p14:cNvPr>
              <p14:cNvContentPartPr/>
              <p14:nvPr/>
            </p14:nvContentPartPr>
            <p14:xfrm>
              <a:off x="3286260" y="5086335"/>
              <a:ext cx="9720" cy="733680"/>
            </p14:xfrm>
          </p:contentPart>
        </mc:Choice>
        <mc:Fallback>
          <p:pic>
            <p:nvPicPr>
              <p:cNvPr id="97" name="Ink 96">
                <a:extLst>
                  <a:ext uri="{FF2B5EF4-FFF2-40B4-BE49-F238E27FC236}">
                    <a16:creationId xmlns:a16="http://schemas.microsoft.com/office/drawing/2014/main" id="{9B81CDA9-9F94-22B1-3A79-C9C62590B1E1}"/>
                  </a:ext>
                </a:extLst>
              </p:cNvPr>
              <p:cNvPicPr/>
              <p:nvPr/>
            </p:nvPicPr>
            <p:blipFill>
              <a:blip r:embed="rId29"/>
              <a:stretch>
                <a:fillRect/>
              </a:stretch>
            </p:blipFill>
            <p:spPr>
              <a:xfrm>
                <a:off x="3268260" y="5068335"/>
                <a:ext cx="45360" cy="7693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99" name="Ink 98">
                <a:extLst>
                  <a:ext uri="{FF2B5EF4-FFF2-40B4-BE49-F238E27FC236}">
                    <a16:creationId xmlns:a16="http://schemas.microsoft.com/office/drawing/2014/main" id="{950E6988-82A6-5D8E-63FF-0A9B86F41131}"/>
                  </a:ext>
                </a:extLst>
              </p14:cNvPr>
              <p14:cNvContentPartPr/>
              <p14:nvPr/>
            </p14:nvContentPartPr>
            <p14:xfrm>
              <a:off x="3295620" y="5086335"/>
              <a:ext cx="390960" cy="9720"/>
            </p14:xfrm>
          </p:contentPart>
        </mc:Choice>
        <mc:Fallback>
          <p:pic>
            <p:nvPicPr>
              <p:cNvPr id="99" name="Ink 98">
                <a:extLst>
                  <a:ext uri="{FF2B5EF4-FFF2-40B4-BE49-F238E27FC236}">
                    <a16:creationId xmlns:a16="http://schemas.microsoft.com/office/drawing/2014/main" id="{950E6988-82A6-5D8E-63FF-0A9B86F41131}"/>
                  </a:ext>
                </a:extLst>
              </p:cNvPr>
              <p:cNvPicPr/>
              <p:nvPr/>
            </p:nvPicPr>
            <p:blipFill>
              <a:blip r:embed="rId31"/>
              <a:stretch>
                <a:fillRect/>
              </a:stretch>
            </p:blipFill>
            <p:spPr>
              <a:xfrm>
                <a:off x="3277620" y="5068335"/>
                <a:ext cx="42660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01" name="Ink 100">
                <a:extLst>
                  <a:ext uri="{FF2B5EF4-FFF2-40B4-BE49-F238E27FC236}">
                    <a16:creationId xmlns:a16="http://schemas.microsoft.com/office/drawing/2014/main" id="{3E981E0A-E074-FA95-711F-C4C538A8BF0E}"/>
                  </a:ext>
                </a:extLst>
              </p14:cNvPr>
              <p14:cNvContentPartPr/>
              <p14:nvPr/>
            </p14:nvContentPartPr>
            <p14:xfrm>
              <a:off x="3838305" y="5034008"/>
              <a:ext cx="253080" cy="720"/>
            </p14:xfrm>
          </p:contentPart>
        </mc:Choice>
        <mc:Fallback>
          <p:pic>
            <p:nvPicPr>
              <p:cNvPr id="101" name="Ink 100">
                <a:extLst>
                  <a:ext uri="{FF2B5EF4-FFF2-40B4-BE49-F238E27FC236}">
                    <a16:creationId xmlns:a16="http://schemas.microsoft.com/office/drawing/2014/main" id="{3E981E0A-E074-FA95-711F-C4C538A8BF0E}"/>
                  </a:ext>
                </a:extLst>
              </p:cNvPr>
              <p:cNvPicPr/>
              <p:nvPr/>
            </p:nvPicPr>
            <p:blipFill>
              <a:blip r:embed="rId33"/>
              <a:stretch>
                <a:fillRect/>
              </a:stretch>
            </p:blipFill>
            <p:spPr>
              <a:xfrm>
                <a:off x="3820305" y="4998008"/>
                <a:ext cx="28872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03" name="Ink 102">
                <a:extLst>
                  <a:ext uri="{FF2B5EF4-FFF2-40B4-BE49-F238E27FC236}">
                    <a16:creationId xmlns:a16="http://schemas.microsoft.com/office/drawing/2014/main" id="{1384C2EE-24D2-EDD3-1877-8B0F5AE82FB4}"/>
                  </a:ext>
                </a:extLst>
              </p14:cNvPr>
              <p14:cNvContentPartPr/>
              <p14:nvPr/>
            </p14:nvContentPartPr>
            <p14:xfrm>
              <a:off x="4091025" y="4823408"/>
              <a:ext cx="257400" cy="172440"/>
            </p14:xfrm>
          </p:contentPart>
        </mc:Choice>
        <mc:Fallback>
          <p:pic>
            <p:nvPicPr>
              <p:cNvPr id="103" name="Ink 102">
                <a:extLst>
                  <a:ext uri="{FF2B5EF4-FFF2-40B4-BE49-F238E27FC236}">
                    <a16:creationId xmlns:a16="http://schemas.microsoft.com/office/drawing/2014/main" id="{1384C2EE-24D2-EDD3-1877-8B0F5AE82FB4}"/>
                  </a:ext>
                </a:extLst>
              </p:cNvPr>
              <p:cNvPicPr/>
              <p:nvPr/>
            </p:nvPicPr>
            <p:blipFill>
              <a:blip r:embed="rId35"/>
              <a:stretch>
                <a:fillRect/>
              </a:stretch>
            </p:blipFill>
            <p:spPr>
              <a:xfrm>
                <a:off x="4073025" y="4805768"/>
                <a:ext cx="29304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04" name="Ink 103">
                <a:extLst>
                  <a:ext uri="{FF2B5EF4-FFF2-40B4-BE49-F238E27FC236}">
                    <a16:creationId xmlns:a16="http://schemas.microsoft.com/office/drawing/2014/main" id="{70E69D42-A87C-74EF-FE40-4C14C14AAC6D}"/>
                  </a:ext>
                </a:extLst>
              </p14:cNvPr>
              <p14:cNvContentPartPr/>
              <p14:nvPr/>
            </p14:nvContentPartPr>
            <p14:xfrm>
              <a:off x="4352745" y="3338408"/>
              <a:ext cx="1720800" cy="1510200"/>
            </p14:xfrm>
          </p:contentPart>
        </mc:Choice>
        <mc:Fallback>
          <p:pic>
            <p:nvPicPr>
              <p:cNvPr id="104" name="Ink 103">
                <a:extLst>
                  <a:ext uri="{FF2B5EF4-FFF2-40B4-BE49-F238E27FC236}">
                    <a16:creationId xmlns:a16="http://schemas.microsoft.com/office/drawing/2014/main" id="{70E69D42-A87C-74EF-FE40-4C14C14AAC6D}"/>
                  </a:ext>
                </a:extLst>
              </p:cNvPr>
              <p:cNvPicPr/>
              <p:nvPr/>
            </p:nvPicPr>
            <p:blipFill>
              <a:blip r:embed="rId37"/>
              <a:stretch>
                <a:fillRect/>
              </a:stretch>
            </p:blipFill>
            <p:spPr>
              <a:xfrm>
                <a:off x="4335105" y="3320408"/>
                <a:ext cx="1756440" cy="15458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06" name="Ink 105">
                <a:extLst>
                  <a:ext uri="{FF2B5EF4-FFF2-40B4-BE49-F238E27FC236}">
                    <a16:creationId xmlns:a16="http://schemas.microsoft.com/office/drawing/2014/main" id="{6AAE43AE-7396-B67E-1FF5-236598175EE8}"/>
                  </a:ext>
                </a:extLst>
              </p14:cNvPr>
              <p14:cNvContentPartPr/>
              <p14:nvPr/>
            </p14:nvContentPartPr>
            <p14:xfrm>
              <a:off x="5397280" y="2901690"/>
              <a:ext cx="720" cy="558720"/>
            </p14:xfrm>
          </p:contentPart>
        </mc:Choice>
        <mc:Fallback>
          <p:pic>
            <p:nvPicPr>
              <p:cNvPr id="106" name="Ink 105">
                <a:extLst>
                  <a:ext uri="{FF2B5EF4-FFF2-40B4-BE49-F238E27FC236}">
                    <a16:creationId xmlns:a16="http://schemas.microsoft.com/office/drawing/2014/main" id="{6AAE43AE-7396-B67E-1FF5-236598175EE8}"/>
                  </a:ext>
                </a:extLst>
              </p:cNvPr>
              <p:cNvPicPr/>
              <p:nvPr/>
            </p:nvPicPr>
            <p:blipFill>
              <a:blip r:embed="rId39"/>
              <a:stretch>
                <a:fillRect/>
              </a:stretch>
            </p:blipFill>
            <p:spPr>
              <a:xfrm>
                <a:off x="5361280" y="2884050"/>
                <a:ext cx="72000" cy="5943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8" name="Ink 107">
                <a:extLst>
                  <a:ext uri="{FF2B5EF4-FFF2-40B4-BE49-F238E27FC236}">
                    <a16:creationId xmlns:a16="http://schemas.microsoft.com/office/drawing/2014/main" id="{E67EE366-0AB1-7A5C-AA14-13AEF3CA208D}"/>
                  </a:ext>
                </a:extLst>
              </p14:cNvPr>
              <p14:cNvContentPartPr/>
              <p14:nvPr/>
            </p14:nvContentPartPr>
            <p14:xfrm>
              <a:off x="5143480" y="2895210"/>
              <a:ext cx="260640" cy="19800"/>
            </p14:xfrm>
          </p:contentPart>
        </mc:Choice>
        <mc:Fallback>
          <p:pic>
            <p:nvPicPr>
              <p:cNvPr id="108" name="Ink 107">
                <a:extLst>
                  <a:ext uri="{FF2B5EF4-FFF2-40B4-BE49-F238E27FC236}">
                    <a16:creationId xmlns:a16="http://schemas.microsoft.com/office/drawing/2014/main" id="{E67EE366-0AB1-7A5C-AA14-13AEF3CA208D}"/>
                  </a:ext>
                </a:extLst>
              </p:cNvPr>
              <p:cNvPicPr/>
              <p:nvPr/>
            </p:nvPicPr>
            <p:blipFill>
              <a:blip r:embed="rId41"/>
              <a:stretch>
                <a:fillRect/>
              </a:stretch>
            </p:blipFill>
            <p:spPr>
              <a:xfrm>
                <a:off x="5125480" y="2877210"/>
                <a:ext cx="29628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10" name="Ink 109">
                <a:extLst>
                  <a:ext uri="{FF2B5EF4-FFF2-40B4-BE49-F238E27FC236}">
                    <a16:creationId xmlns:a16="http://schemas.microsoft.com/office/drawing/2014/main" id="{BCB63FCD-E6C7-98B5-ED5C-60D276C0199F}"/>
                  </a:ext>
                </a:extLst>
              </p14:cNvPr>
              <p14:cNvContentPartPr/>
              <p14:nvPr/>
            </p14:nvContentPartPr>
            <p14:xfrm>
              <a:off x="3136120" y="2894850"/>
              <a:ext cx="1861560" cy="720"/>
            </p14:xfrm>
          </p:contentPart>
        </mc:Choice>
        <mc:Fallback>
          <p:pic>
            <p:nvPicPr>
              <p:cNvPr id="110" name="Ink 109">
                <a:extLst>
                  <a:ext uri="{FF2B5EF4-FFF2-40B4-BE49-F238E27FC236}">
                    <a16:creationId xmlns:a16="http://schemas.microsoft.com/office/drawing/2014/main" id="{BCB63FCD-E6C7-98B5-ED5C-60D276C0199F}"/>
                  </a:ext>
                </a:extLst>
              </p:cNvPr>
              <p:cNvPicPr/>
              <p:nvPr/>
            </p:nvPicPr>
            <p:blipFill>
              <a:blip r:embed="rId43"/>
              <a:stretch>
                <a:fillRect/>
              </a:stretch>
            </p:blipFill>
            <p:spPr>
              <a:xfrm>
                <a:off x="3118120" y="2859570"/>
                <a:ext cx="18972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12" name="Ink 111">
                <a:extLst>
                  <a:ext uri="{FF2B5EF4-FFF2-40B4-BE49-F238E27FC236}">
                    <a16:creationId xmlns:a16="http://schemas.microsoft.com/office/drawing/2014/main" id="{78A699A2-8755-FCAF-44B4-45347392F5F7}"/>
                  </a:ext>
                </a:extLst>
              </p14:cNvPr>
              <p14:cNvContentPartPr/>
              <p14:nvPr/>
            </p14:nvContentPartPr>
            <p14:xfrm>
              <a:off x="3136840" y="2914650"/>
              <a:ext cx="720" cy="457560"/>
            </p14:xfrm>
          </p:contentPart>
        </mc:Choice>
        <mc:Fallback>
          <p:pic>
            <p:nvPicPr>
              <p:cNvPr id="112" name="Ink 111">
                <a:extLst>
                  <a:ext uri="{FF2B5EF4-FFF2-40B4-BE49-F238E27FC236}">
                    <a16:creationId xmlns:a16="http://schemas.microsoft.com/office/drawing/2014/main" id="{78A699A2-8755-FCAF-44B4-45347392F5F7}"/>
                  </a:ext>
                </a:extLst>
              </p:cNvPr>
              <p:cNvPicPr/>
              <p:nvPr/>
            </p:nvPicPr>
            <p:blipFill>
              <a:blip r:embed="rId45"/>
              <a:stretch>
                <a:fillRect/>
              </a:stretch>
            </p:blipFill>
            <p:spPr>
              <a:xfrm>
                <a:off x="3100840" y="2896650"/>
                <a:ext cx="72000" cy="4932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15" name="Ink 114">
                <a:extLst>
                  <a:ext uri="{FF2B5EF4-FFF2-40B4-BE49-F238E27FC236}">
                    <a16:creationId xmlns:a16="http://schemas.microsoft.com/office/drawing/2014/main" id="{A03CD565-BD6C-827C-7AC4-1C57BC481D6C}"/>
                  </a:ext>
                </a:extLst>
              </p14:cNvPr>
              <p14:cNvContentPartPr/>
              <p14:nvPr/>
            </p14:nvContentPartPr>
            <p14:xfrm>
              <a:off x="2908240" y="3333690"/>
              <a:ext cx="222480" cy="12960"/>
            </p14:xfrm>
          </p:contentPart>
        </mc:Choice>
        <mc:Fallback>
          <p:pic>
            <p:nvPicPr>
              <p:cNvPr id="115" name="Ink 114">
                <a:extLst>
                  <a:ext uri="{FF2B5EF4-FFF2-40B4-BE49-F238E27FC236}">
                    <a16:creationId xmlns:a16="http://schemas.microsoft.com/office/drawing/2014/main" id="{A03CD565-BD6C-827C-7AC4-1C57BC481D6C}"/>
                  </a:ext>
                </a:extLst>
              </p:cNvPr>
              <p:cNvPicPr/>
              <p:nvPr/>
            </p:nvPicPr>
            <p:blipFill>
              <a:blip r:embed="rId47"/>
              <a:stretch>
                <a:fillRect/>
              </a:stretch>
            </p:blipFill>
            <p:spPr>
              <a:xfrm>
                <a:off x="2890240" y="3315690"/>
                <a:ext cx="25812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18" name="Ink 117">
                <a:extLst>
                  <a:ext uri="{FF2B5EF4-FFF2-40B4-BE49-F238E27FC236}">
                    <a16:creationId xmlns:a16="http://schemas.microsoft.com/office/drawing/2014/main" id="{7A553158-2749-6D51-EC3F-BB11DD683BDE}"/>
                  </a:ext>
                </a:extLst>
              </p14:cNvPr>
              <p14:cNvContentPartPr/>
              <p14:nvPr/>
            </p14:nvContentPartPr>
            <p14:xfrm>
              <a:off x="2323988" y="3347730"/>
              <a:ext cx="338400" cy="720"/>
            </p14:xfrm>
          </p:contentPart>
        </mc:Choice>
        <mc:Fallback>
          <p:pic>
            <p:nvPicPr>
              <p:cNvPr id="118" name="Ink 117">
                <a:extLst>
                  <a:ext uri="{FF2B5EF4-FFF2-40B4-BE49-F238E27FC236}">
                    <a16:creationId xmlns:a16="http://schemas.microsoft.com/office/drawing/2014/main" id="{7A553158-2749-6D51-EC3F-BB11DD683BDE}"/>
                  </a:ext>
                </a:extLst>
              </p:cNvPr>
              <p:cNvPicPr/>
              <p:nvPr/>
            </p:nvPicPr>
            <p:blipFill>
              <a:blip r:embed="rId49"/>
              <a:stretch>
                <a:fillRect/>
              </a:stretch>
            </p:blipFill>
            <p:spPr>
              <a:xfrm>
                <a:off x="2305988" y="3311730"/>
                <a:ext cx="374040" cy="72000"/>
              </a:xfrm>
              <a:prstGeom prst="rect">
                <a:avLst/>
              </a:prstGeom>
            </p:spPr>
          </p:pic>
        </mc:Fallback>
      </mc:AlternateContent>
      <p:grpSp>
        <p:nvGrpSpPr>
          <p:cNvPr id="122" name="Group 121">
            <a:extLst>
              <a:ext uri="{FF2B5EF4-FFF2-40B4-BE49-F238E27FC236}">
                <a16:creationId xmlns:a16="http://schemas.microsoft.com/office/drawing/2014/main" id="{35062C3F-9FF5-09EE-4BFD-DA0E6578D479}"/>
              </a:ext>
            </a:extLst>
          </p:cNvPr>
          <p:cNvGrpSpPr/>
          <p:nvPr/>
        </p:nvGrpSpPr>
        <p:grpSpPr>
          <a:xfrm>
            <a:off x="1600028" y="3147570"/>
            <a:ext cx="724320" cy="367560"/>
            <a:chOff x="1600028" y="3147570"/>
            <a:chExt cx="724320" cy="367560"/>
          </a:xfrm>
        </p:grpSpPr>
        <mc:AlternateContent xmlns:mc="http://schemas.openxmlformats.org/markup-compatibility/2006">
          <mc:Choice xmlns:p14="http://schemas.microsoft.com/office/powerpoint/2010/main" Requires="p14">
            <p:contentPart p14:bwMode="auto" r:id="rId50">
              <p14:nvContentPartPr>
                <p14:cNvPr id="119" name="Ink 118">
                  <a:extLst>
                    <a:ext uri="{FF2B5EF4-FFF2-40B4-BE49-F238E27FC236}">
                      <a16:creationId xmlns:a16="http://schemas.microsoft.com/office/drawing/2014/main" id="{DD9C4EB9-17BF-E77D-F151-E1B9F831E636}"/>
                    </a:ext>
                  </a:extLst>
                </p14:cNvPr>
                <p14:cNvContentPartPr/>
                <p14:nvPr/>
              </p14:nvContentPartPr>
              <p14:xfrm>
                <a:off x="2190428" y="3352410"/>
                <a:ext cx="133920" cy="153720"/>
              </p14:xfrm>
            </p:contentPart>
          </mc:Choice>
          <mc:Fallback>
            <p:pic>
              <p:nvPicPr>
                <p:cNvPr id="119" name="Ink 118">
                  <a:extLst>
                    <a:ext uri="{FF2B5EF4-FFF2-40B4-BE49-F238E27FC236}">
                      <a16:creationId xmlns:a16="http://schemas.microsoft.com/office/drawing/2014/main" id="{DD9C4EB9-17BF-E77D-F151-E1B9F831E636}"/>
                    </a:ext>
                  </a:extLst>
                </p:cNvPr>
                <p:cNvPicPr/>
                <p:nvPr/>
              </p:nvPicPr>
              <p:blipFill>
                <a:blip r:embed="rId51"/>
                <a:stretch>
                  <a:fillRect/>
                </a:stretch>
              </p:blipFill>
              <p:spPr>
                <a:xfrm>
                  <a:off x="2172788" y="3334770"/>
                  <a:ext cx="16956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20" name="Ink 119">
                  <a:extLst>
                    <a:ext uri="{FF2B5EF4-FFF2-40B4-BE49-F238E27FC236}">
                      <a16:creationId xmlns:a16="http://schemas.microsoft.com/office/drawing/2014/main" id="{505FEC29-2F2E-728E-FC17-5CB5AD856503}"/>
                    </a:ext>
                  </a:extLst>
                </p14:cNvPr>
                <p14:cNvContentPartPr/>
                <p14:nvPr/>
              </p14:nvContentPartPr>
              <p14:xfrm>
                <a:off x="1928348" y="3509730"/>
                <a:ext cx="119520" cy="5400"/>
              </p14:xfrm>
            </p:contentPart>
          </mc:Choice>
          <mc:Fallback>
            <p:pic>
              <p:nvPicPr>
                <p:cNvPr id="120" name="Ink 119">
                  <a:extLst>
                    <a:ext uri="{FF2B5EF4-FFF2-40B4-BE49-F238E27FC236}">
                      <a16:creationId xmlns:a16="http://schemas.microsoft.com/office/drawing/2014/main" id="{505FEC29-2F2E-728E-FC17-5CB5AD856503}"/>
                    </a:ext>
                  </a:extLst>
                </p:cNvPr>
                <p:cNvPicPr/>
                <p:nvPr/>
              </p:nvPicPr>
              <p:blipFill>
                <a:blip r:embed="rId53"/>
                <a:stretch>
                  <a:fillRect/>
                </a:stretch>
              </p:blipFill>
              <p:spPr>
                <a:xfrm>
                  <a:off x="1910708" y="3491730"/>
                  <a:ext cx="15516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21" name="Ink 120">
                  <a:extLst>
                    <a:ext uri="{FF2B5EF4-FFF2-40B4-BE49-F238E27FC236}">
                      <a16:creationId xmlns:a16="http://schemas.microsoft.com/office/drawing/2014/main" id="{ADCDFE98-6A8E-EAD9-F5CD-78BB011A7D66}"/>
                    </a:ext>
                  </a:extLst>
                </p14:cNvPr>
                <p14:cNvContentPartPr/>
                <p14:nvPr/>
              </p14:nvContentPartPr>
              <p14:xfrm>
                <a:off x="1600028" y="3147570"/>
                <a:ext cx="677160" cy="210240"/>
              </p14:xfrm>
            </p:contentPart>
          </mc:Choice>
          <mc:Fallback>
            <p:pic>
              <p:nvPicPr>
                <p:cNvPr id="121" name="Ink 120">
                  <a:extLst>
                    <a:ext uri="{FF2B5EF4-FFF2-40B4-BE49-F238E27FC236}">
                      <a16:creationId xmlns:a16="http://schemas.microsoft.com/office/drawing/2014/main" id="{ADCDFE98-6A8E-EAD9-F5CD-78BB011A7D66}"/>
                    </a:ext>
                  </a:extLst>
                </p:cNvPr>
                <p:cNvPicPr/>
                <p:nvPr/>
              </p:nvPicPr>
              <p:blipFill>
                <a:blip r:embed="rId55"/>
                <a:stretch>
                  <a:fillRect/>
                </a:stretch>
              </p:blipFill>
              <p:spPr>
                <a:xfrm>
                  <a:off x="1582028" y="3129570"/>
                  <a:ext cx="712800" cy="245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6">
            <p14:nvContentPartPr>
              <p14:cNvPr id="125" name="Ink 124">
                <a:extLst>
                  <a:ext uri="{FF2B5EF4-FFF2-40B4-BE49-F238E27FC236}">
                    <a16:creationId xmlns:a16="http://schemas.microsoft.com/office/drawing/2014/main" id="{203C085B-F163-4FBA-B5EB-AFEB91DB2E50}"/>
                  </a:ext>
                </a:extLst>
              </p14:cNvPr>
              <p14:cNvContentPartPr/>
              <p14:nvPr/>
            </p14:nvContentPartPr>
            <p14:xfrm>
              <a:off x="1415810" y="3200420"/>
              <a:ext cx="51120" cy="360"/>
            </p14:xfrm>
          </p:contentPart>
        </mc:Choice>
        <mc:Fallback>
          <p:pic>
            <p:nvPicPr>
              <p:cNvPr id="125" name="Ink 124">
                <a:extLst>
                  <a:ext uri="{FF2B5EF4-FFF2-40B4-BE49-F238E27FC236}">
                    <a16:creationId xmlns:a16="http://schemas.microsoft.com/office/drawing/2014/main" id="{203C085B-F163-4FBA-B5EB-AFEB91DB2E50}"/>
                  </a:ext>
                </a:extLst>
              </p:cNvPr>
              <p:cNvPicPr/>
              <p:nvPr/>
            </p:nvPicPr>
            <p:blipFill>
              <a:blip r:embed="rId57"/>
              <a:stretch>
                <a:fillRect/>
              </a:stretch>
            </p:blipFill>
            <p:spPr>
              <a:xfrm>
                <a:off x="1398170" y="3182420"/>
                <a:ext cx="867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27" name="Ink 126">
                <a:extLst>
                  <a:ext uri="{FF2B5EF4-FFF2-40B4-BE49-F238E27FC236}">
                    <a16:creationId xmlns:a16="http://schemas.microsoft.com/office/drawing/2014/main" id="{27C2346D-DDE9-CC07-9379-E7A7626F8F68}"/>
                  </a:ext>
                </a:extLst>
              </p14:cNvPr>
              <p14:cNvContentPartPr/>
              <p14:nvPr/>
            </p14:nvContentPartPr>
            <p14:xfrm>
              <a:off x="895250" y="3193940"/>
              <a:ext cx="222480" cy="6840"/>
            </p14:xfrm>
          </p:contentPart>
        </mc:Choice>
        <mc:Fallback>
          <p:pic>
            <p:nvPicPr>
              <p:cNvPr id="127" name="Ink 126">
                <a:extLst>
                  <a:ext uri="{FF2B5EF4-FFF2-40B4-BE49-F238E27FC236}">
                    <a16:creationId xmlns:a16="http://schemas.microsoft.com/office/drawing/2014/main" id="{27C2346D-DDE9-CC07-9379-E7A7626F8F68}"/>
                  </a:ext>
                </a:extLst>
              </p:cNvPr>
              <p:cNvPicPr/>
              <p:nvPr/>
            </p:nvPicPr>
            <p:blipFill>
              <a:blip r:embed="rId59"/>
              <a:stretch>
                <a:fillRect/>
              </a:stretch>
            </p:blipFill>
            <p:spPr>
              <a:xfrm>
                <a:off x="877250" y="3175940"/>
                <a:ext cx="258120" cy="42480"/>
              </a:xfrm>
              <a:prstGeom prst="rect">
                <a:avLst/>
              </a:prstGeom>
            </p:spPr>
          </p:pic>
        </mc:Fallback>
      </mc:AlternateContent>
      <p:grpSp>
        <p:nvGrpSpPr>
          <p:cNvPr id="130" name="Group 129">
            <a:extLst>
              <a:ext uri="{FF2B5EF4-FFF2-40B4-BE49-F238E27FC236}">
                <a16:creationId xmlns:a16="http://schemas.microsoft.com/office/drawing/2014/main" id="{BF4D1F6E-9FDD-7779-E5F5-AB6B69F070E9}"/>
              </a:ext>
            </a:extLst>
          </p:cNvPr>
          <p:cNvGrpSpPr/>
          <p:nvPr/>
        </p:nvGrpSpPr>
        <p:grpSpPr>
          <a:xfrm>
            <a:off x="303050" y="2241380"/>
            <a:ext cx="420840" cy="787680"/>
            <a:chOff x="303050" y="2241380"/>
            <a:chExt cx="420840" cy="787680"/>
          </a:xfrm>
        </p:grpSpPr>
        <mc:AlternateContent xmlns:mc="http://schemas.openxmlformats.org/markup-compatibility/2006">
          <mc:Choice xmlns:p14="http://schemas.microsoft.com/office/powerpoint/2010/main" Requires="p14">
            <p:contentPart p14:bwMode="auto" r:id="rId60">
              <p14:nvContentPartPr>
                <p14:cNvPr id="128" name="Ink 127">
                  <a:extLst>
                    <a:ext uri="{FF2B5EF4-FFF2-40B4-BE49-F238E27FC236}">
                      <a16:creationId xmlns:a16="http://schemas.microsoft.com/office/drawing/2014/main" id="{0720CB4E-A995-4A3F-9EC2-252F1730B6C0}"/>
                    </a:ext>
                  </a:extLst>
                </p14:cNvPr>
                <p14:cNvContentPartPr/>
                <p14:nvPr/>
              </p14:nvContentPartPr>
              <p14:xfrm>
                <a:off x="303050" y="2259020"/>
                <a:ext cx="420840" cy="770040"/>
              </p14:xfrm>
            </p:contentPart>
          </mc:Choice>
          <mc:Fallback>
            <p:pic>
              <p:nvPicPr>
                <p:cNvPr id="128" name="Ink 127">
                  <a:extLst>
                    <a:ext uri="{FF2B5EF4-FFF2-40B4-BE49-F238E27FC236}">
                      <a16:creationId xmlns:a16="http://schemas.microsoft.com/office/drawing/2014/main" id="{0720CB4E-A995-4A3F-9EC2-252F1730B6C0}"/>
                    </a:ext>
                  </a:extLst>
                </p:cNvPr>
                <p:cNvPicPr/>
                <p:nvPr/>
              </p:nvPicPr>
              <p:blipFill>
                <a:blip r:embed="rId61"/>
                <a:stretch>
                  <a:fillRect/>
                </a:stretch>
              </p:blipFill>
              <p:spPr>
                <a:xfrm>
                  <a:off x="285050" y="2241020"/>
                  <a:ext cx="456480" cy="8056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29" name="Ink 128">
                  <a:extLst>
                    <a:ext uri="{FF2B5EF4-FFF2-40B4-BE49-F238E27FC236}">
                      <a16:creationId xmlns:a16="http://schemas.microsoft.com/office/drawing/2014/main" id="{F07CA0FA-084A-2C37-9E6A-B5C7112360A2}"/>
                    </a:ext>
                  </a:extLst>
                </p14:cNvPr>
                <p14:cNvContentPartPr/>
                <p14:nvPr/>
              </p14:nvContentPartPr>
              <p14:xfrm>
                <a:off x="342650" y="2241380"/>
                <a:ext cx="146520" cy="45000"/>
              </p14:xfrm>
            </p:contentPart>
          </mc:Choice>
          <mc:Fallback>
            <p:pic>
              <p:nvPicPr>
                <p:cNvPr id="129" name="Ink 128">
                  <a:extLst>
                    <a:ext uri="{FF2B5EF4-FFF2-40B4-BE49-F238E27FC236}">
                      <a16:creationId xmlns:a16="http://schemas.microsoft.com/office/drawing/2014/main" id="{F07CA0FA-084A-2C37-9E6A-B5C7112360A2}"/>
                    </a:ext>
                  </a:extLst>
                </p:cNvPr>
                <p:cNvPicPr/>
                <p:nvPr/>
              </p:nvPicPr>
              <p:blipFill>
                <a:blip r:embed="rId63"/>
                <a:stretch>
                  <a:fillRect/>
                </a:stretch>
              </p:blipFill>
              <p:spPr>
                <a:xfrm>
                  <a:off x="325010" y="2223380"/>
                  <a:ext cx="182160" cy="80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4">
            <p14:nvContentPartPr>
              <p14:cNvPr id="132" name="Ink 131">
                <a:extLst>
                  <a:ext uri="{FF2B5EF4-FFF2-40B4-BE49-F238E27FC236}">
                    <a16:creationId xmlns:a16="http://schemas.microsoft.com/office/drawing/2014/main" id="{0F9230E6-FD0E-D493-2B4E-610F974FD5D7}"/>
                  </a:ext>
                </a:extLst>
              </p14:cNvPr>
              <p14:cNvContentPartPr/>
              <p14:nvPr/>
            </p14:nvContentPartPr>
            <p14:xfrm>
              <a:off x="526970" y="2082620"/>
              <a:ext cx="432360" cy="720"/>
            </p14:xfrm>
          </p:contentPart>
        </mc:Choice>
        <mc:Fallback>
          <p:pic>
            <p:nvPicPr>
              <p:cNvPr id="132" name="Ink 131">
                <a:extLst>
                  <a:ext uri="{FF2B5EF4-FFF2-40B4-BE49-F238E27FC236}">
                    <a16:creationId xmlns:a16="http://schemas.microsoft.com/office/drawing/2014/main" id="{0F9230E6-FD0E-D493-2B4E-610F974FD5D7}"/>
                  </a:ext>
                </a:extLst>
              </p:cNvPr>
              <p:cNvPicPr/>
              <p:nvPr/>
            </p:nvPicPr>
            <p:blipFill>
              <a:blip r:embed="rId65"/>
              <a:stretch>
                <a:fillRect/>
              </a:stretch>
            </p:blipFill>
            <p:spPr>
              <a:xfrm>
                <a:off x="508970" y="2046620"/>
                <a:ext cx="468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34" name="Ink 133">
                <a:extLst>
                  <a:ext uri="{FF2B5EF4-FFF2-40B4-BE49-F238E27FC236}">
                    <a16:creationId xmlns:a16="http://schemas.microsoft.com/office/drawing/2014/main" id="{AD1DA17E-66FC-B31F-1680-02E699FFF636}"/>
                  </a:ext>
                </a:extLst>
              </p14:cNvPr>
              <p14:cNvContentPartPr/>
              <p14:nvPr/>
            </p14:nvContentPartPr>
            <p14:xfrm>
              <a:off x="1206290" y="2088740"/>
              <a:ext cx="502200" cy="38880"/>
            </p14:xfrm>
          </p:contentPart>
        </mc:Choice>
        <mc:Fallback>
          <p:pic>
            <p:nvPicPr>
              <p:cNvPr id="134" name="Ink 133">
                <a:extLst>
                  <a:ext uri="{FF2B5EF4-FFF2-40B4-BE49-F238E27FC236}">
                    <a16:creationId xmlns:a16="http://schemas.microsoft.com/office/drawing/2014/main" id="{AD1DA17E-66FC-B31F-1680-02E699FFF636}"/>
                  </a:ext>
                </a:extLst>
              </p:cNvPr>
              <p:cNvPicPr/>
              <p:nvPr/>
            </p:nvPicPr>
            <p:blipFill>
              <a:blip r:embed="rId67"/>
              <a:stretch>
                <a:fillRect/>
              </a:stretch>
            </p:blipFill>
            <p:spPr>
              <a:xfrm>
                <a:off x="1188290" y="2070740"/>
                <a:ext cx="53784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36" name="Ink 135">
                <a:extLst>
                  <a:ext uri="{FF2B5EF4-FFF2-40B4-BE49-F238E27FC236}">
                    <a16:creationId xmlns:a16="http://schemas.microsoft.com/office/drawing/2014/main" id="{106F4BC9-7792-A392-DA56-B4318C636477}"/>
                  </a:ext>
                </a:extLst>
              </p14:cNvPr>
              <p14:cNvContentPartPr/>
              <p14:nvPr/>
            </p14:nvContentPartPr>
            <p14:xfrm>
              <a:off x="1714250" y="1339580"/>
              <a:ext cx="121320" cy="787680"/>
            </p14:xfrm>
          </p:contentPart>
        </mc:Choice>
        <mc:Fallback>
          <p:pic>
            <p:nvPicPr>
              <p:cNvPr id="136" name="Ink 135">
                <a:extLst>
                  <a:ext uri="{FF2B5EF4-FFF2-40B4-BE49-F238E27FC236}">
                    <a16:creationId xmlns:a16="http://schemas.microsoft.com/office/drawing/2014/main" id="{106F4BC9-7792-A392-DA56-B4318C636477}"/>
                  </a:ext>
                </a:extLst>
              </p:cNvPr>
              <p:cNvPicPr/>
              <p:nvPr/>
            </p:nvPicPr>
            <p:blipFill>
              <a:blip r:embed="rId69"/>
              <a:stretch>
                <a:fillRect/>
              </a:stretch>
            </p:blipFill>
            <p:spPr>
              <a:xfrm>
                <a:off x="1696250" y="1321580"/>
                <a:ext cx="156960" cy="8233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38" name="Ink 137">
                <a:extLst>
                  <a:ext uri="{FF2B5EF4-FFF2-40B4-BE49-F238E27FC236}">
                    <a16:creationId xmlns:a16="http://schemas.microsoft.com/office/drawing/2014/main" id="{246E80A0-0401-16BF-63D9-C1C63F981F5B}"/>
                  </a:ext>
                </a:extLst>
              </p14:cNvPr>
              <p14:cNvContentPartPr/>
              <p14:nvPr/>
            </p14:nvContentPartPr>
            <p14:xfrm>
              <a:off x="1288730" y="1149140"/>
              <a:ext cx="451080" cy="95400"/>
            </p14:xfrm>
          </p:contentPart>
        </mc:Choice>
        <mc:Fallback>
          <p:pic>
            <p:nvPicPr>
              <p:cNvPr id="138" name="Ink 137">
                <a:extLst>
                  <a:ext uri="{FF2B5EF4-FFF2-40B4-BE49-F238E27FC236}">
                    <a16:creationId xmlns:a16="http://schemas.microsoft.com/office/drawing/2014/main" id="{246E80A0-0401-16BF-63D9-C1C63F981F5B}"/>
                  </a:ext>
                </a:extLst>
              </p:cNvPr>
              <p:cNvPicPr/>
              <p:nvPr/>
            </p:nvPicPr>
            <p:blipFill>
              <a:blip r:embed="rId71"/>
              <a:stretch>
                <a:fillRect/>
              </a:stretch>
            </p:blipFill>
            <p:spPr>
              <a:xfrm>
                <a:off x="1271090" y="1131500"/>
                <a:ext cx="48672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39" name="Ink 138">
                <a:extLst>
                  <a:ext uri="{FF2B5EF4-FFF2-40B4-BE49-F238E27FC236}">
                    <a16:creationId xmlns:a16="http://schemas.microsoft.com/office/drawing/2014/main" id="{DE89BD2E-DD7E-8B14-E14E-82091D9ECCAC}"/>
                  </a:ext>
                </a:extLst>
              </p14:cNvPr>
              <p14:cNvContentPartPr/>
              <p14:nvPr/>
            </p14:nvContentPartPr>
            <p14:xfrm>
              <a:off x="1701650" y="1250660"/>
              <a:ext cx="158760" cy="87120"/>
            </p14:xfrm>
          </p:contentPart>
        </mc:Choice>
        <mc:Fallback>
          <p:pic>
            <p:nvPicPr>
              <p:cNvPr id="139" name="Ink 138">
                <a:extLst>
                  <a:ext uri="{FF2B5EF4-FFF2-40B4-BE49-F238E27FC236}">
                    <a16:creationId xmlns:a16="http://schemas.microsoft.com/office/drawing/2014/main" id="{DE89BD2E-DD7E-8B14-E14E-82091D9ECCAC}"/>
                  </a:ext>
                </a:extLst>
              </p:cNvPr>
              <p:cNvPicPr/>
              <p:nvPr/>
            </p:nvPicPr>
            <p:blipFill>
              <a:blip r:embed="rId73"/>
              <a:stretch>
                <a:fillRect/>
              </a:stretch>
            </p:blipFill>
            <p:spPr>
              <a:xfrm>
                <a:off x="1683650" y="1233020"/>
                <a:ext cx="19440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41" name="Ink 140">
                <a:extLst>
                  <a:ext uri="{FF2B5EF4-FFF2-40B4-BE49-F238E27FC236}">
                    <a16:creationId xmlns:a16="http://schemas.microsoft.com/office/drawing/2014/main" id="{25C75E9C-B42E-930D-F17D-8A23CBDC3159}"/>
                  </a:ext>
                </a:extLst>
              </p14:cNvPr>
              <p14:cNvContentPartPr/>
              <p14:nvPr/>
            </p14:nvContentPartPr>
            <p14:xfrm>
              <a:off x="1263530" y="869780"/>
              <a:ext cx="720" cy="260280"/>
            </p14:xfrm>
          </p:contentPart>
        </mc:Choice>
        <mc:Fallback>
          <p:pic>
            <p:nvPicPr>
              <p:cNvPr id="141" name="Ink 140">
                <a:extLst>
                  <a:ext uri="{FF2B5EF4-FFF2-40B4-BE49-F238E27FC236}">
                    <a16:creationId xmlns:a16="http://schemas.microsoft.com/office/drawing/2014/main" id="{25C75E9C-B42E-930D-F17D-8A23CBDC3159}"/>
                  </a:ext>
                </a:extLst>
              </p:cNvPr>
              <p:cNvPicPr/>
              <p:nvPr/>
            </p:nvPicPr>
            <p:blipFill>
              <a:blip r:embed="rId75"/>
              <a:stretch>
                <a:fillRect/>
              </a:stretch>
            </p:blipFill>
            <p:spPr>
              <a:xfrm>
                <a:off x="1227530" y="851780"/>
                <a:ext cx="72000" cy="2959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42" name="Ink 141">
                <a:extLst>
                  <a:ext uri="{FF2B5EF4-FFF2-40B4-BE49-F238E27FC236}">
                    <a16:creationId xmlns:a16="http://schemas.microsoft.com/office/drawing/2014/main" id="{07CCB7E9-F68C-697F-D74A-438D416F7D88}"/>
                  </a:ext>
                </a:extLst>
              </p14:cNvPr>
              <p14:cNvContentPartPr/>
              <p14:nvPr/>
            </p14:nvContentPartPr>
            <p14:xfrm>
              <a:off x="900290" y="704540"/>
              <a:ext cx="363240" cy="172080"/>
            </p14:xfrm>
          </p:contentPart>
        </mc:Choice>
        <mc:Fallback>
          <p:pic>
            <p:nvPicPr>
              <p:cNvPr id="142" name="Ink 141">
                <a:extLst>
                  <a:ext uri="{FF2B5EF4-FFF2-40B4-BE49-F238E27FC236}">
                    <a16:creationId xmlns:a16="http://schemas.microsoft.com/office/drawing/2014/main" id="{07CCB7E9-F68C-697F-D74A-438D416F7D88}"/>
                  </a:ext>
                </a:extLst>
              </p:cNvPr>
              <p:cNvPicPr/>
              <p:nvPr/>
            </p:nvPicPr>
            <p:blipFill>
              <a:blip r:embed="rId77"/>
              <a:stretch>
                <a:fillRect/>
              </a:stretch>
            </p:blipFill>
            <p:spPr>
              <a:xfrm>
                <a:off x="882650" y="686540"/>
                <a:ext cx="39888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43" name="Ink 142">
                <a:extLst>
                  <a:ext uri="{FF2B5EF4-FFF2-40B4-BE49-F238E27FC236}">
                    <a16:creationId xmlns:a16="http://schemas.microsoft.com/office/drawing/2014/main" id="{4CB10C41-DCCE-75CB-BCCD-81BAE6EC54FB}"/>
                  </a:ext>
                </a:extLst>
              </p14:cNvPr>
              <p14:cNvContentPartPr/>
              <p14:nvPr/>
            </p14:nvContentPartPr>
            <p14:xfrm>
              <a:off x="864290" y="326900"/>
              <a:ext cx="57240" cy="162360"/>
            </p14:xfrm>
          </p:contentPart>
        </mc:Choice>
        <mc:Fallback>
          <p:pic>
            <p:nvPicPr>
              <p:cNvPr id="143" name="Ink 142">
                <a:extLst>
                  <a:ext uri="{FF2B5EF4-FFF2-40B4-BE49-F238E27FC236}">
                    <a16:creationId xmlns:a16="http://schemas.microsoft.com/office/drawing/2014/main" id="{4CB10C41-DCCE-75CB-BCCD-81BAE6EC54FB}"/>
                  </a:ext>
                </a:extLst>
              </p:cNvPr>
              <p:cNvPicPr/>
              <p:nvPr/>
            </p:nvPicPr>
            <p:blipFill>
              <a:blip r:embed="rId79"/>
              <a:stretch>
                <a:fillRect/>
              </a:stretch>
            </p:blipFill>
            <p:spPr>
              <a:xfrm>
                <a:off x="846290" y="308900"/>
                <a:ext cx="9288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44" name="Ink 143">
                <a:extLst>
                  <a:ext uri="{FF2B5EF4-FFF2-40B4-BE49-F238E27FC236}">
                    <a16:creationId xmlns:a16="http://schemas.microsoft.com/office/drawing/2014/main" id="{73E92209-2968-C865-D63F-5AE11D17E728}"/>
                  </a:ext>
                </a:extLst>
              </p14:cNvPr>
              <p14:cNvContentPartPr/>
              <p14:nvPr/>
            </p14:nvContentPartPr>
            <p14:xfrm>
              <a:off x="691850" y="653780"/>
              <a:ext cx="108360" cy="13320"/>
            </p14:xfrm>
          </p:contentPart>
        </mc:Choice>
        <mc:Fallback>
          <p:pic>
            <p:nvPicPr>
              <p:cNvPr id="144" name="Ink 143">
                <a:extLst>
                  <a:ext uri="{FF2B5EF4-FFF2-40B4-BE49-F238E27FC236}">
                    <a16:creationId xmlns:a16="http://schemas.microsoft.com/office/drawing/2014/main" id="{73E92209-2968-C865-D63F-5AE11D17E728}"/>
                  </a:ext>
                </a:extLst>
              </p:cNvPr>
              <p:cNvPicPr/>
              <p:nvPr/>
            </p:nvPicPr>
            <p:blipFill>
              <a:blip r:embed="rId81"/>
              <a:stretch>
                <a:fillRect/>
              </a:stretch>
            </p:blipFill>
            <p:spPr>
              <a:xfrm>
                <a:off x="674210" y="635780"/>
                <a:ext cx="1440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45" name="Ink 144">
                <a:extLst>
                  <a:ext uri="{FF2B5EF4-FFF2-40B4-BE49-F238E27FC236}">
                    <a16:creationId xmlns:a16="http://schemas.microsoft.com/office/drawing/2014/main" id="{FBAB31CD-2A23-5689-C47F-A8AFF5656550}"/>
                  </a:ext>
                </a:extLst>
              </p14:cNvPr>
              <p14:cNvContentPartPr/>
              <p14:nvPr/>
            </p14:nvContentPartPr>
            <p14:xfrm>
              <a:off x="990650" y="128900"/>
              <a:ext cx="199440" cy="239760"/>
            </p14:xfrm>
          </p:contentPart>
        </mc:Choice>
        <mc:Fallback>
          <p:pic>
            <p:nvPicPr>
              <p:cNvPr id="145" name="Ink 144">
                <a:extLst>
                  <a:ext uri="{FF2B5EF4-FFF2-40B4-BE49-F238E27FC236}">
                    <a16:creationId xmlns:a16="http://schemas.microsoft.com/office/drawing/2014/main" id="{FBAB31CD-2A23-5689-C47F-A8AFF5656550}"/>
                  </a:ext>
                </a:extLst>
              </p:cNvPr>
              <p:cNvPicPr/>
              <p:nvPr/>
            </p:nvPicPr>
            <p:blipFill>
              <a:blip r:embed="rId83"/>
              <a:stretch>
                <a:fillRect/>
              </a:stretch>
            </p:blipFill>
            <p:spPr>
              <a:xfrm>
                <a:off x="972650" y="111260"/>
                <a:ext cx="23508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47" name="Ink 146">
                <a:extLst>
                  <a:ext uri="{FF2B5EF4-FFF2-40B4-BE49-F238E27FC236}">
                    <a16:creationId xmlns:a16="http://schemas.microsoft.com/office/drawing/2014/main" id="{7A672AFF-B4BD-A124-0CCD-3CF6F79445BA}"/>
                  </a:ext>
                </a:extLst>
              </p14:cNvPr>
              <p14:cNvContentPartPr/>
              <p14:nvPr/>
            </p14:nvContentPartPr>
            <p14:xfrm>
              <a:off x="1193690" y="336260"/>
              <a:ext cx="927720" cy="720"/>
            </p14:xfrm>
          </p:contentPart>
        </mc:Choice>
        <mc:Fallback>
          <p:pic>
            <p:nvPicPr>
              <p:cNvPr id="147" name="Ink 146">
                <a:extLst>
                  <a:ext uri="{FF2B5EF4-FFF2-40B4-BE49-F238E27FC236}">
                    <a16:creationId xmlns:a16="http://schemas.microsoft.com/office/drawing/2014/main" id="{7A672AFF-B4BD-A124-0CCD-3CF6F79445BA}"/>
                  </a:ext>
                </a:extLst>
              </p:cNvPr>
              <p:cNvPicPr/>
              <p:nvPr/>
            </p:nvPicPr>
            <p:blipFill>
              <a:blip r:embed="rId85"/>
              <a:stretch>
                <a:fillRect/>
              </a:stretch>
            </p:blipFill>
            <p:spPr>
              <a:xfrm>
                <a:off x="1175690" y="300260"/>
                <a:ext cx="96336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48" name="Ink 147">
                <a:extLst>
                  <a:ext uri="{FF2B5EF4-FFF2-40B4-BE49-F238E27FC236}">
                    <a16:creationId xmlns:a16="http://schemas.microsoft.com/office/drawing/2014/main" id="{B3A4BC0A-F576-4D09-45B7-7D3D2A38B23C}"/>
                  </a:ext>
                </a:extLst>
              </p14:cNvPr>
              <p14:cNvContentPartPr/>
              <p14:nvPr/>
            </p14:nvContentPartPr>
            <p14:xfrm>
              <a:off x="2133290" y="349220"/>
              <a:ext cx="152640" cy="146520"/>
            </p14:xfrm>
          </p:contentPart>
        </mc:Choice>
        <mc:Fallback>
          <p:pic>
            <p:nvPicPr>
              <p:cNvPr id="148" name="Ink 147">
                <a:extLst>
                  <a:ext uri="{FF2B5EF4-FFF2-40B4-BE49-F238E27FC236}">
                    <a16:creationId xmlns:a16="http://schemas.microsoft.com/office/drawing/2014/main" id="{B3A4BC0A-F576-4D09-45B7-7D3D2A38B23C}"/>
                  </a:ext>
                </a:extLst>
              </p:cNvPr>
              <p:cNvPicPr/>
              <p:nvPr/>
            </p:nvPicPr>
            <p:blipFill>
              <a:blip r:embed="rId87"/>
              <a:stretch>
                <a:fillRect/>
              </a:stretch>
            </p:blipFill>
            <p:spPr>
              <a:xfrm>
                <a:off x="2115650" y="331220"/>
                <a:ext cx="18828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51" name="Ink 150">
                <a:extLst>
                  <a:ext uri="{FF2B5EF4-FFF2-40B4-BE49-F238E27FC236}">
                    <a16:creationId xmlns:a16="http://schemas.microsoft.com/office/drawing/2014/main" id="{2E82A87C-43DC-47B5-AD37-315CFFAB6D02}"/>
                  </a:ext>
                </a:extLst>
              </p14:cNvPr>
              <p14:cNvContentPartPr/>
              <p14:nvPr/>
            </p14:nvContentPartPr>
            <p14:xfrm>
              <a:off x="1758890" y="1974620"/>
              <a:ext cx="286200" cy="57600"/>
            </p14:xfrm>
          </p:contentPart>
        </mc:Choice>
        <mc:Fallback>
          <p:pic>
            <p:nvPicPr>
              <p:cNvPr id="151" name="Ink 150">
                <a:extLst>
                  <a:ext uri="{FF2B5EF4-FFF2-40B4-BE49-F238E27FC236}">
                    <a16:creationId xmlns:a16="http://schemas.microsoft.com/office/drawing/2014/main" id="{2E82A87C-43DC-47B5-AD37-315CFFAB6D02}"/>
                  </a:ext>
                </a:extLst>
              </p:cNvPr>
              <p:cNvPicPr/>
              <p:nvPr/>
            </p:nvPicPr>
            <p:blipFill>
              <a:blip r:embed="rId89"/>
              <a:stretch>
                <a:fillRect/>
              </a:stretch>
            </p:blipFill>
            <p:spPr>
              <a:xfrm>
                <a:off x="1740890" y="1956620"/>
                <a:ext cx="32184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52" name="Ink 151">
                <a:extLst>
                  <a:ext uri="{FF2B5EF4-FFF2-40B4-BE49-F238E27FC236}">
                    <a16:creationId xmlns:a16="http://schemas.microsoft.com/office/drawing/2014/main" id="{C54617A6-FC36-7C2B-55F2-4626351EC5D0}"/>
                  </a:ext>
                </a:extLst>
              </p14:cNvPr>
              <p14:cNvContentPartPr/>
              <p14:nvPr/>
            </p14:nvContentPartPr>
            <p14:xfrm>
              <a:off x="2463770" y="2133380"/>
              <a:ext cx="438480" cy="20520"/>
            </p14:xfrm>
          </p:contentPart>
        </mc:Choice>
        <mc:Fallback>
          <p:pic>
            <p:nvPicPr>
              <p:cNvPr id="152" name="Ink 151">
                <a:extLst>
                  <a:ext uri="{FF2B5EF4-FFF2-40B4-BE49-F238E27FC236}">
                    <a16:creationId xmlns:a16="http://schemas.microsoft.com/office/drawing/2014/main" id="{C54617A6-FC36-7C2B-55F2-4626351EC5D0}"/>
                  </a:ext>
                </a:extLst>
              </p:cNvPr>
              <p:cNvPicPr/>
              <p:nvPr/>
            </p:nvPicPr>
            <p:blipFill>
              <a:blip r:embed="rId91"/>
              <a:stretch>
                <a:fillRect/>
              </a:stretch>
            </p:blipFill>
            <p:spPr>
              <a:xfrm>
                <a:off x="2445770" y="2115380"/>
                <a:ext cx="47412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54" name="Ink 153">
                <a:extLst>
                  <a:ext uri="{FF2B5EF4-FFF2-40B4-BE49-F238E27FC236}">
                    <a16:creationId xmlns:a16="http://schemas.microsoft.com/office/drawing/2014/main" id="{CA1C9B5B-25AD-4C8A-FB96-7AAE9FFA1F36}"/>
                  </a:ext>
                </a:extLst>
              </p14:cNvPr>
              <p14:cNvContentPartPr/>
              <p14:nvPr/>
            </p14:nvContentPartPr>
            <p14:xfrm>
              <a:off x="3146640" y="1371420"/>
              <a:ext cx="922680" cy="754920"/>
            </p14:xfrm>
          </p:contentPart>
        </mc:Choice>
        <mc:Fallback>
          <p:pic>
            <p:nvPicPr>
              <p:cNvPr id="154" name="Ink 153">
                <a:extLst>
                  <a:ext uri="{FF2B5EF4-FFF2-40B4-BE49-F238E27FC236}">
                    <a16:creationId xmlns:a16="http://schemas.microsoft.com/office/drawing/2014/main" id="{CA1C9B5B-25AD-4C8A-FB96-7AAE9FFA1F36}"/>
                  </a:ext>
                </a:extLst>
              </p:cNvPr>
              <p:cNvPicPr/>
              <p:nvPr/>
            </p:nvPicPr>
            <p:blipFill>
              <a:blip r:embed="rId93"/>
              <a:stretch>
                <a:fillRect/>
              </a:stretch>
            </p:blipFill>
            <p:spPr>
              <a:xfrm>
                <a:off x="3128640" y="1353420"/>
                <a:ext cx="958320" cy="790560"/>
              </a:xfrm>
              <a:prstGeom prst="rect">
                <a:avLst/>
              </a:prstGeom>
            </p:spPr>
          </p:pic>
        </mc:Fallback>
      </mc:AlternateContent>
      <p:grpSp>
        <p:nvGrpSpPr>
          <p:cNvPr id="162" name="Group 161">
            <a:extLst>
              <a:ext uri="{FF2B5EF4-FFF2-40B4-BE49-F238E27FC236}">
                <a16:creationId xmlns:a16="http://schemas.microsoft.com/office/drawing/2014/main" id="{04B069D7-A74B-5689-4195-86AE35D65551}"/>
              </a:ext>
            </a:extLst>
          </p:cNvPr>
          <p:cNvGrpSpPr/>
          <p:nvPr/>
        </p:nvGrpSpPr>
        <p:grpSpPr>
          <a:xfrm>
            <a:off x="3886800" y="775920"/>
            <a:ext cx="3579780" cy="810720"/>
            <a:chOff x="3886800" y="775920"/>
            <a:chExt cx="3579780" cy="810720"/>
          </a:xfrm>
        </p:grpSpPr>
        <mc:AlternateContent xmlns:mc="http://schemas.openxmlformats.org/markup-compatibility/2006">
          <mc:Choice xmlns:p14="http://schemas.microsoft.com/office/powerpoint/2010/main" Requires="p14">
            <p:contentPart p14:bwMode="auto" r:id="rId94">
              <p14:nvContentPartPr>
                <p14:cNvPr id="155" name="Ink 154">
                  <a:extLst>
                    <a:ext uri="{FF2B5EF4-FFF2-40B4-BE49-F238E27FC236}">
                      <a16:creationId xmlns:a16="http://schemas.microsoft.com/office/drawing/2014/main" id="{B4C9704E-45DC-4C5A-5A45-F0D197BEA557}"/>
                    </a:ext>
                  </a:extLst>
                </p14:cNvPr>
                <p14:cNvContentPartPr/>
                <p14:nvPr/>
              </p14:nvContentPartPr>
              <p14:xfrm>
                <a:off x="3886800" y="1340820"/>
                <a:ext cx="182520" cy="8280"/>
              </p14:xfrm>
            </p:contentPart>
          </mc:Choice>
          <mc:Fallback>
            <p:pic>
              <p:nvPicPr>
                <p:cNvPr id="155" name="Ink 154">
                  <a:extLst>
                    <a:ext uri="{FF2B5EF4-FFF2-40B4-BE49-F238E27FC236}">
                      <a16:creationId xmlns:a16="http://schemas.microsoft.com/office/drawing/2014/main" id="{B4C9704E-45DC-4C5A-5A45-F0D197BEA557}"/>
                    </a:ext>
                  </a:extLst>
                </p:cNvPr>
                <p:cNvPicPr/>
                <p:nvPr/>
              </p:nvPicPr>
              <p:blipFill>
                <a:blip r:embed="rId95"/>
                <a:stretch>
                  <a:fillRect/>
                </a:stretch>
              </p:blipFill>
              <p:spPr>
                <a:xfrm>
                  <a:off x="3869160" y="1323180"/>
                  <a:ext cx="21816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56" name="Ink 155">
                  <a:extLst>
                    <a:ext uri="{FF2B5EF4-FFF2-40B4-BE49-F238E27FC236}">
                      <a16:creationId xmlns:a16="http://schemas.microsoft.com/office/drawing/2014/main" id="{D1FC683F-2808-898F-A092-7AAF8D823EAE}"/>
                    </a:ext>
                  </a:extLst>
                </p14:cNvPr>
                <p14:cNvContentPartPr/>
                <p14:nvPr/>
              </p14:nvContentPartPr>
              <p14:xfrm>
                <a:off x="4044120" y="1355940"/>
                <a:ext cx="47880" cy="166680"/>
              </p14:xfrm>
            </p:contentPart>
          </mc:Choice>
          <mc:Fallback>
            <p:pic>
              <p:nvPicPr>
                <p:cNvPr id="156" name="Ink 155">
                  <a:extLst>
                    <a:ext uri="{FF2B5EF4-FFF2-40B4-BE49-F238E27FC236}">
                      <a16:creationId xmlns:a16="http://schemas.microsoft.com/office/drawing/2014/main" id="{D1FC683F-2808-898F-A092-7AAF8D823EAE}"/>
                    </a:ext>
                  </a:extLst>
                </p:cNvPr>
                <p:cNvPicPr/>
                <p:nvPr/>
              </p:nvPicPr>
              <p:blipFill>
                <a:blip r:embed="rId97"/>
                <a:stretch>
                  <a:fillRect/>
                </a:stretch>
              </p:blipFill>
              <p:spPr>
                <a:xfrm>
                  <a:off x="4026480" y="1338300"/>
                  <a:ext cx="8352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61" name="Ink 160">
                  <a:extLst>
                    <a:ext uri="{FF2B5EF4-FFF2-40B4-BE49-F238E27FC236}">
                      <a16:creationId xmlns:a16="http://schemas.microsoft.com/office/drawing/2014/main" id="{41622592-BE50-286F-769D-C151AC4D8BFC}"/>
                    </a:ext>
                  </a:extLst>
                </p14:cNvPr>
                <p14:cNvContentPartPr/>
                <p14:nvPr/>
              </p14:nvContentPartPr>
              <p14:xfrm>
                <a:off x="4921740" y="775920"/>
                <a:ext cx="2544840" cy="810720"/>
              </p14:xfrm>
            </p:contentPart>
          </mc:Choice>
          <mc:Fallback>
            <p:pic>
              <p:nvPicPr>
                <p:cNvPr id="161" name="Ink 160">
                  <a:extLst>
                    <a:ext uri="{FF2B5EF4-FFF2-40B4-BE49-F238E27FC236}">
                      <a16:creationId xmlns:a16="http://schemas.microsoft.com/office/drawing/2014/main" id="{41622592-BE50-286F-769D-C151AC4D8BFC}"/>
                    </a:ext>
                  </a:extLst>
                </p:cNvPr>
                <p:cNvPicPr/>
                <p:nvPr/>
              </p:nvPicPr>
              <p:blipFill>
                <a:blip r:embed="rId99"/>
                <a:stretch>
                  <a:fillRect/>
                </a:stretch>
              </p:blipFill>
              <p:spPr>
                <a:xfrm>
                  <a:off x="4903740" y="758280"/>
                  <a:ext cx="2580480" cy="846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0">
            <p14:nvContentPartPr>
              <p14:cNvPr id="164" name="Ink 163">
                <a:extLst>
                  <a:ext uri="{FF2B5EF4-FFF2-40B4-BE49-F238E27FC236}">
                    <a16:creationId xmlns:a16="http://schemas.microsoft.com/office/drawing/2014/main" id="{7D2FA254-7984-188C-1473-4DF41DEFA883}"/>
                  </a:ext>
                </a:extLst>
              </p14:cNvPr>
              <p14:cNvContentPartPr/>
              <p14:nvPr/>
            </p14:nvContentPartPr>
            <p14:xfrm>
              <a:off x="8739900" y="1485840"/>
              <a:ext cx="288720" cy="23400"/>
            </p14:xfrm>
          </p:contentPart>
        </mc:Choice>
        <mc:Fallback>
          <p:pic>
            <p:nvPicPr>
              <p:cNvPr id="164" name="Ink 163">
                <a:extLst>
                  <a:ext uri="{FF2B5EF4-FFF2-40B4-BE49-F238E27FC236}">
                    <a16:creationId xmlns:a16="http://schemas.microsoft.com/office/drawing/2014/main" id="{7D2FA254-7984-188C-1473-4DF41DEFA883}"/>
                  </a:ext>
                </a:extLst>
              </p:cNvPr>
              <p:cNvPicPr/>
              <p:nvPr/>
            </p:nvPicPr>
            <p:blipFill>
              <a:blip r:embed="rId101"/>
              <a:stretch>
                <a:fillRect/>
              </a:stretch>
            </p:blipFill>
            <p:spPr>
              <a:xfrm>
                <a:off x="8721900" y="1467840"/>
                <a:ext cx="32436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65" name="Ink 164">
                <a:extLst>
                  <a:ext uri="{FF2B5EF4-FFF2-40B4-BE49-F238E27FC236}">
                    <a16:creationId xmlns:a16="http://schemas.microsoft.com/office/drawing/2014/main" id="{8D224E94-FB1F-45F6-0A36-AA574C7BAFDC}"/>
                  </a:ext>
                </a:extLst>
              </p14:cNvPr>
              <p14:cNvContentPartPr/>
              <p14:nvPr/>
            </p14:nvContentPartPr>
            <p14:xfrm>
              <a:off x="9722700" y="1516080"/>
              <a:ext cx="69480" cy="360"/>
            </p14:xfrm>
          </p:contentPart>
        </mc:Choice>
        <mc:Fallback>
          <p:pic>
            <p:nvPicPr>
              <p:cNvPr id="165" name="Ink 164">
                <a:extLst>
                  <a:ext uri="{FF2B5EF4-FFF2-40B4-BE49-F238E27FC236}">
                    <a16:creationId xmlns:a16="http://schemas.microsoft.com/office/drawing/2014/main" id="{8D224E94-FB1F-45F6-0A36-AA574C7BAFDC}"/>
                  </a:ext>
                </a:extLst>
              </p:cNvPr>
              <p:cNvPicPr/>
              <p:nvPr/>
            </p:nvPicPr>
            <p:blipFill>
              <a:blip r:embed="rId103"/>
              <a:stretch>
                <a:fillRect/>
              </a:stretch>
            </p:blipFill>
            <p:spPr>
              <a:xfrm>
                <a:off x="9705060" y="1498440"/>
                <a:ext cx="1051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67" name="Ink 166">
                <a:extLst>
                  <a:ext uri="{FF2B5EF4-FFF2-40B4-BE49-F238E27FC236}">
                    <a16:creationId xmlns:a16="http://schemas.microsoft.com/office/drawing/2014/main" id="{13E8521C-32B8-785C-C198-7958A6679D5E}"/>
                  </a:ext>
                </a:extLst>
              </p14:cNvPr>
              <p14:cNvContentPartPr/>
              <p14:nvPr/>
            </p14:nvContentPartPr>
            <p14:xfrm>
              <a:off x="10271340" y="1493040"/>
              <a:ext cx="198720" cy="8280"/>
            </p14:xfrm>
          </p:contentPart>
        </mc:Choice>
        <mc:Fallback>
          <p:pic>
            <p:nvPicPr>
              <p:cNvPr id="167" name="Ink 166">
                <a:extLst>
                  <a:ext uri="{FF2B5EF4-FFF2-40B4-BE49-F238E27FC236}">
                    <a16:creationId xmlns:a16="http://schemas.microsoft.com/office/drawing/2014/main" id="{13E8521C-32B8-785C-C198-7958A6679D5E}"/>
                  </a:ext>
                </a:extLst>
              </p:cNvPr>
              <p:cNvPicPr/>
              <p:nvPr/>
            </p:nvPicPr>
            <p:blipFill>
              <a:blip r:embed="rId105"/>
              <a:stretch>
                <a:fillRect/>
              </a:stretch>
            </p:blipFill>
            <p:spPr>
              <a:xfrm>
                <a:off x="10253340" y="1475040"/>
                <a:ext cx="23436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69" name="Ink 168">
                <a:extLst>
                  <a:ext uri="{FF2B5EF4-FFF2-40B4-BE49-F238E27FC236}">
                    <a16:creationId xmlns:a16="http://schemas.microsoft.com/office/drawing/2014/main" id="{27B94FD7-4CE7-F80F-909D-A601000C9241}"/>
                  </a:ext>
                </a:extLst>
              </p14:cNvPr>
              <p14:cNvContentPartPr/>
              <p14:nvPr/>
            </p14:nvContentPartPr>
            <p14:xfrm>
              <a:off x="9806760" y="1485480"/>
              <a:ext cx="487440" cy="38520"/>
            </p14:xfrm>
          </p:contentPart>
        </mc:Choice>
        <mc:Fallback>
          <p:pic>
            <p:nvPicPr>
              <p:cNvPr id="169" name="Ink 168">
                <a:extLst>
                  <a:ext uri="{FF2B5EF4-FFF2-40B4-BE49-F238E27FC236}">
                    <a16:creationId xmlns:a16="http://schemas.microsoft.com/office/drawing/2014/main" id="{27B94FD7-4CE7-F80F-909D-A601000C9241}"/>
                  </a:ext>
                </a:extLst>
              </p:cNvPr>
              <p:cNvPicPr/>
              <p:nvPr/>
            </p:nvPicPr>
            <p:blipFill>
              <a:blip r:embed="rId107"/>
              <a:stretch>
                <a:fillRect/>
              </a:stretch>
            </p:blipFill>
            <p:spPr>
              <a:xfrm>
                <a:off x="9788760" y="1467480"/>
                <a:ext cx="52308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70" name="Ink 169">
                <a:extLst>
                  <a:ext uri="{FF2B5EF4-FFF2-40B4-BE49-F238E27FC236}">
                    <a16:creationId xmlns:a16="http://schemas.microsoft.com/office/drawing/2014/main" id="{2D7F03CD-C2D6-EFDE-D8A7-D33E20ADFEA0}"/>
                  </a:ext>
                </a:extLst>
              </p14:cNvPr>
              <p14:cNvContentPartPr/>
              <p14:nvPr/>
            </p14:nvContentPartPr>
            <p14:xfrm>
              <a:off x="10500120" y="1477920"/>
              <a:ext cx="1241640" cy="688320"/>
            </p14:xfrm>
          </p:contentPart>
        </mc:Choice>
        <mc:Fallback>
          <p:pic>
            <p:nvPicPr>
              <p:cNvPr id="170" name="Ink 169">
                <a:extLst>
                  <a:ext uri="{FF2B5EF4-FFF2-40B4-BE49-F238E27FC236}">
                    <a16:creationId xmlns:a16="http://schemas.microsoft.com/office/drawing/2014/main" id="{2D7F03CD-C2D6-EFDE-D8A7-D33E20ADFEA0}"/>
                  </a:ext>
                </a:extLst>
              </p:cNvPr>
              <p:cNvPicPr/>
              <p:nvPr/>
            </p:nvPicPr>
            <p:blipFill>
              <a:blip r:embed="rId109"/>
              <a:stretch>
                <a:fillRect/>
              </a:stretch>
            </p:blipFill>
            <p:spPr>
              <a:xfrm>
                <a:off x="10482480" y="1460280"/>
                <a:ext cx="1277280" cy="7239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72" name="Ink 171">
                <a:extLst>
                  <a:ext uri="{FF2B5EF4-FFF2-40B4-BE49-F238E27FC236}">
                    <a16:creationId xmlns:a16="http://schemas.microsoft.com/office/drawing/2014/main" id="{9D07424C-97C3-51B9-FBBC-CD3E0DC94668}"/>
                  </a:ext>
                </a:extLst>
              </p14:cNvPr>
              <p14:cNvContentPartPr/>
              <p14:nvPr/>
            </p14:nvContentPartPr>
            <p14:xfrm>
              <a:off x="11764920" y="2171280"/>
              <a:ext cx="259920" cy="720"/>
            </p14:xfrm>
          </p:contentPart>
        </mc:Choice>
        <mc:Fallback>
          <p:pic>
            <p:nvPicPr>
              <p:cNvPr id="172" name="Ink 171">
                <a:extLst>
                  <a:ext uri="{FF2B5EF4-FFF2-40B4-BE49-F238E27FC236}">
                    <a16:creationId xmlns:a16="http://schemas.microsoft.com/office/drawing/2014/main" id="{9D07424C-97C3-51B9-FBBC-CD3E0DC94668}"/>
                  </a:ext>
                </a:extLst>
              </p:cNvPr>
              <p:cNvPicPr/>
              <p:nvPr/>
            </p:nvPicPr>
            <p:blipFill>
              <a:blip r:embed="rId111"/>
              <a:stretch>
                <a:fillRect/>
              </a:stretch>
            </p:blipFill>
            <p:spPr>
              <a:xfrm>
                <a:off x="11746920" y="2135280"/>
                <a:ext cx="29556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73" name="Ink 172">
                <a:extLst>
                  <a:ext uri="{FF2B5EF4-FFF2-40B4-BE49-F238E27FC236}">
                    <a16:creationId xmlns:a16="http://schemas.microsoft.com/office/drawing/2014/main" id="{384DB6CE-F6C9-1C26-B9B7-BF4C9CD06DF7}"/>
                  </a:ext>
                </a:extLst>
              </p14:cNvPr>
              <p14:cNvContentPartPr/>
              <p14:nvPr/>
            </p14:nvContentPartPr>
            <p14:xfrm>
              <a:off x="12039240" y="1174080"/>
              <a:ext cx="16920" cy="997560"/>
            </p14:xfrm>
          </p:contentPart>
        </mc:Choice>
        <mc:Fallback>
          <p:pic>
            <p:nvPicPr>
              <p:cNvPr id="173" name="Ink 172">
                <a:extLst>
                  <a:ext uri="{FF2B5EF4-FFF2-40B4-BE49-F238E27FC236}">
                    <a16:creationId xmlns:a16="http://schemas.microsoft.com/office/drawing/2014/main" id="{384DB6CE-F6C9-1C26-B9B7-BF4C9CD06DF7}"/>
                  </a:ext>
                </a:extLst>
              </p:cNvPr>
              <p:cNvPicPr/>
              <p:nvPr/>
            </p:nvPicPr>
            <p:blipFill>
              <a:blip r:embed="rId113"/>
              <a:stretch>
                <a:fillRect/>
              </a:stretch>
            </p:blipFill>
            <p:spPr>
              <a:xfrm>
                <a:off x="12021240" y="1156440"/>
                <a:ext cx="52560" cy="1033200"/>
              </a:xfrm>
              <a:prstGeom prst="rect">
                <a:avLst/>
              </a:prstGeom>
            </p:spPr>
          </p:pic>
        </mc:Fallback>
      </mc:AlternateContent>
    </p:spTree>
    <p:extLst>
      <p:ext uri="{BB962C8B-B14F-4D97-AF65-F5344CB8AC3E}">
        <p14:creationId xmlns:p14="http://schemas.microsoft.com/office/powerpoint/2010/main" val="811438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58EDE-6A6B-4C15-25A3-736B9739B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1F3A3-1EA3-4BC7-BF7F-C7EF274D05B2}"/>
              </a:ext>
            </a:extLst>
          </p:cNvPr>
          <p:cNvSpPr txBox="1">
            <a:spLocks/>
          </p:cNvSpPr>
          <p:nvPr/>
        </p:nvSpPr>
        <p:spPr>
          <a:xfrm>
            <a:off x="1" y="0"/>
            <a:ext cx="12192000" cy="749300"/>
          </a:xfrm>
          <a:prstGeom prst="rect">
            <a:avLst/>
          </a:prstGeom>
          <a:solidFill>
            <a:srgbClr val="481D08"/>
          </a:solidFill>
          <a:effectLst>
            <a:outerShdw blurRad="50800" dist="38100" dir="2700000" algn="tl" rotWithShape="0">
              <a:prstClr val="black">
                <a:alpha val="40000"/>
              </a:prstClr>
            </a:outerShdw>
          </a:effectLst>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chemeClr val="bg1"/>
                </a:solidFill>
                <a:latin typeface="Franklin Gothic Medium Cond" panose="020B0606030402020204" pitchFamily="34" charset="0"/>
              </a:rPr>
              <a:t>Encounter Design Icon Key</a:t>
            </a:r>
          </a:p>
        </p:txBody>
      </p:sp>
      <p:sp>
        <p:nvSpPr>
          <p:cNvPr id="9" name="TextBox 8">
            <a:extLst>
              <a:ext uri="{FF2B5EF4-FFF2-40B4-BE49-F238E27FC236}">
                <a16:creationId xmlns:a16="http://schemas.microsoft.com/office/drawing/2014/main" id="{41760E39-BBA3-F4F5-69C3-D981621248BD}"/>
              </a:ext>
            </a:extLst>
          </p:cNvPr>
          <p:cNvSpPr txBox="1"/>
          <p:nvPr/>
        </p:nvSpPr>
        <p:spPr>
          <a:xfrm>
            <a:off x="1495978" y="1270672"/>
            <a:ext cx="2400300" cy="646331"/>
          </a:xfrm>
          <a:prstGeom prst="rect">
            <a:avLst/>
          </a:prstGeom>
          <a:noFill/>
        </p:spPr>
        <p:txBody>
          <a:bodyPr wrap="square" rtlCol="0">
            <a:spAutoFit/>
          </a:bodyPr>
          <a:lstStyle/>
          <a:p>
            <a:r>
              <a:rPr lang="en-US" dirty="0">
                <a:solidFill>
                  <a:schemeClr val="bg1"/>
                </a:solidFill>
                <a:latin typeface="Franklin Gothic Demi" panose="020B0703020102020204" pitchFamily="34" charset="0"/>
              </a:rPr>
              <a:t>Time For Player Completion</a:t>
            </a:r>
          </a:p>
        </p:txBody>
      </p:sp>
      <p:pic>
        <p:nvPicPr>
          <p:cNvPr id="12" name="Picture 11">
            <a:extLst>
              <a:ext uri="{FF2B5EF4-FFF2-40B4-BE49-F238E27FC236}">
                <a16:creationId xmlns:a16="http://schemas.microsoft.com/office/drawing/2014/main" id="{0E949448-5D3E-642F-1B96-CBB61F595C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19" y="2188214"/>
            <a:ext cx="1737206" cy="1737206"/>
          </a:xfrm>
          <a:prstGeom prst="rect">
            <a:avLst/>
          </a:prstGeom>
        </p:spPr>
      </p:pic>
      <p:sp>
        <p:nvSpPr>
          <p:cNvPr id="13" name="TextBox 12">
            <a:extLst>
              <a:ext uri="{FF2B5EF4-FFF2-40B4-BE49-F238E27FC236}">
                <a16:creationId xmlns:a16="http://schemas.microsoft.com/office/drawing/2014/main" id="{9937D997-4C37-9382-4D75-EB83E2F3BCA6}"/>
              </a:ext>
            </a:extLst>
          </p:cNvPr>
          <p:cNvSpPr txBox="1"/>
          <p:nvPr/>
        </p:nvSpPr>
        <p:spPr>
          <a:xfrm>
            <a:off x="1353784" y="2884196"/>
            <a:ext cx="2400300" cy="369332"/>
          </a:xfrm>
          <a:prstGeom prst="rect">
            <a:avLst/>
          </a:prstGeom>
          <a:noFill/>
        </p:spPr>
        <p:txBody>
          <a:bodyPr wrap="square" rtlCol="0">
            <a:spAutoFit/>
          </a:bodyPr>
          <a:lstStyle/>
          <a:p>
            <a:r>
              <a:rPr lang="en-US" dirty="0">
                <a:solidFill>
                  <a:schemeClr val="bg1"/>
                </a:solidFill>
                <a:latin typeface="Franklin Gothic Demi" panose="020B0703020102020204" pitchFamily="34" charset="0"/>
              </a:rPr>
              <a:t>Boss Encounter</a:t>
            </a:r>
          </a:p>
        </p:txBody>
      </p:sp>
      <p:pic>
        <p:nvPicPr>
          <p:cNvPr id="17" name="Picture 16">
            <a:extLst>
              <a:ext uri="{FF2B5EF4-FFF2-40B4-BE49-F238E27FC236}">
                <a16:creationId xmlns:a16="http://schemas.microsoft.com/office/drawing/2014/main" id="{40701AE5-88F8-9BFF-9CFB-2C8061276F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7842" y="829959"/>
            <a:ext cx="1955730" cy="1955730"/>
          </a:xfrm>
          <a:prstGeom prst="rect">
            <a:avLst/>
          </a:prstGeom>
        </p:spPr>
      </p:pic>
      <p:sp>
        <p:nvSpPr>
          <p:cNvPr id="18" name="TextBox 17">
            <a:extLst>
              <a:ext uri="{FF2B5EF4-FFF2-40B4-BE49-F238E27FC236}">
                <a16:creationId xmlns:a16="http://schemas.microsoft.com/office/drawing/2014/main" id="{83DB2850-3DDF-4FD2-E57E-564D10B50CAF}"/>
              </a:ext>
            </a:extLst>
          </p:cNvPr>
          <p:cNvSpPr txBox="1"/>
          <p:nvPr/>
        </p:nvSpPr>
        <p:spPr>
          <a:xfrm>
            <a:off x="10570514" y="1375479"/>
            <a:ext cx="2400300" cy="646331"/>
          </a:xfrm>
          <a:prstGeom prst="rect">
            <a:avLst/>
          </a:prstGeom>
          <a:noFill/>
        </p:spPr>
        <p:txBody>
          <a:bodyPr wrap="square" rtlCol="0">
            <a:spAutoFit/>
          </a:bodyPr>
          <a:lstStyle/>
          <a:p>
            <a:r>
              <a:rPr lang="en-US" dirty="0">
                <a:solidFill>
                  <a:schemeClr val="bg1"/>
                </a:solidFill>
                <a:latin typeface="Franklin Gothic Demi" panose="020B0703020102020204" pitchFamily="34" charset="0"/>
              </a:rPr>
              <a:t>Achiever</a:t>
            </a:r>
          </a:p>
          <a:p>
            <a:r>
              <a:rPr lang="en-US" dirty="0">
                <a:solidFill>
                  <a:schemeClr val="bg1"/>
                </a:solidFill>
                <a:latin typeface="Franklin Gothic Demi" panose="020B0703020102020204" pitchFamily="34" charset="0"/>
              </a:rPr>
              <a:t>Player Type</a:t>
            </a:r>
          </a:p>
        </p:txBody>
      </p:sp>
      <p:pic>
        <p:nvPicPr>
          <p:cNvPr id="22" name="Picture 21">
            <a:extLst>
              <a:ext uri="{FF2B5EF4-FFF2-40B4-BE49-F238E27FC236}">
                <a16:creationId xmlns:a16="http://schemas.microsoft.com/office/drawing/2014/main" id="{FB0BB824-5952-16E8-ADB3-3F86CD258B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5557" y="2005941"/>
            <a:ext cx="2400300" cy="2400300"/>
          </a:xfrm>
          <a:prstGeom prst="rect">
            <a:avLst/>
          </a:prstGeom>
        </p:spPr>
      </p:pic>
      <p:sp>
        <p:nvSpPr>
          <p:cNvPr id="23" name="TextBox 22">
            <a:extLst>
              <a:ext uri="{FF2B5EF4-FFF2-40B4-BE49-F238E27FC236}">
                <a16:creationId xmlns:a16="http://schemas.microsoft.com/office/drawing/2014/main" id="{414C2B1A-ADE1-FCA7-B29A-DE2229518B91}"/>
              </a:ext>
            </a:extLst>
          </p:cNvPr>
          <p:cNvSpPr txBox="1"/>
          <p:nvPr/>
        </p:nvSpPr>
        <p:spPr>
          <a:xfrm>
            <a:off x="10570514" y="2862614"/>
            <a:ext cx="2400300" cy="646331"/>
          </a:xfrm>
          <a:prstGeom prst="rect">
            <a:avLst/>
          </a:prstGeom>
          <a:noFill/>
        </p:spPr>
        <p:txBody>
          <a:bodyPr wrap="square" rtlCol="0">
            <a:spAutoFit/>
          </a:bodyPr>
          <a:lstStyle/>
          <a:p>
            <a:r>
              <a:rPr lang="en-US" dirty="0">
                <a:solidFill>
                  <a:schemeClr val="bg1"/>
                </a:solidFill>
                <a:latin typeface="Franklin Gothic Demi" panose="020B0703020102020204" pitchFamily="34" charset="0"/>
              </a:rPr>
              <a:t>Explorer</a:t>
            </a:r>
          </a:p>
          <a:p>
            <a:r>
              <a:rPr lang="en-US" dirty="0">
                <a:solidFill>
                  <a:schemeClr val="bg1"/>
                </a:solidFill>
                <a:latin typeface="Franklin Gothic Demi" panose="020B0703020102020204" pitchFamily="34" charset="0"/>
              </a:rPr>
              <a:t>Player Type</a:t>
            </a:r>
          </a:p>
        </p:txBody>
      </p:sp>
      <p:sp>
        <p:nvSpPr>
          <p:cNvPr id="24" name="Star: 5 Points 23">
            <a:extLst>
              <a:ext uri="{FF2B5EF4-FFF2-40B4-BE49-F238E27FC236}">
                <a16:creationId xmlns:a16="http://schemas.microsoft.com/office/drawing/2014/main" id="{DC9AD844-4406-27A9-2C6B-F6B670878878}"/>
              </a:ext>
            </a:extLst>
          </p:cNvPr>
          <p:cNvSpPr/>
          <p:nvPr/>
        </p:nvSpPr>
        <p:spPr>
          <a:xfrm>
            <a:off x="331547" y="4154728"/>
            <a:ext cx="669132" cy="659389"/>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Star: 5 Points 25">
            <a:extLst>
              <a:ext uri="{FF2B5EF4-FFF2-40B4-BE49-F238E27FC236}">
                <a16:creationId xmlns:a16="http://schemas.microsoft.com/office/drawing/2014/main" id="{8E9A80FA-E76B-75B0-F893-1C9372665B34}"/>
              </a:ext>
            </a:extLst>
          </p:cNvPr>
          <p:cNvSpPr/>
          <p:nvPr/>
        </p:nvSpPr>
        <p:spPr>
          <a:xfrm>
            <a:off x="331547" y="5050078"/>
            <a:ext cx="669132" cy="659389"/>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Star: 5 Points 26">
            <a:extLst>
              <a:ext uri="{FF2B5EF4-FFF2-40B4-BE49-F238E27FC236}">
                <a16:creationId xmlns:a16="http://schemas.microsoft.com/office/drawing/2014/main" id="{9CF06E49-9006-B21E-074F-0BF56C6EA9F1}"/>
              </a:ext>
            </a:extLst>
          </p:cNvPr>
          <p:cNvSpPr/>
          <p:nvPr/>
        </p:nvSpPr>
        <p:spPr>
          <a:xfrm>
            <a:off x="1081045" y="5046376"/>
            <a:ext cx="669132" cy="659389"/>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Star: 5 Points 27">
            <a:extLst>
              <a:ext uri="{FF2B5EF4-FFF2-40B4-BE49-F238E27FC236}">
                <a16:creationId xmlns:a16="http://schemas.microsoft.com/office/drawing/2014/main" id="{4C1818C4-10F4-B211-1BE3-7FA5CA38C873}"/>
              </a:ext>
            </a:extLst>
          </p:cNvPr>
          <p:cNvSpPr/>
          <p:nvPr/>
        </p:nvSpPr>
        <p:spPr>
          <a:xfrm>
            <a:off x="331547" y="5945428"/>
            <a:ext cx="669132" cy="659389"/>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Star: 5 Points 28">
            <a:extLst>
              <a:ext uri="{FF2B5EF4-FFF2-40B4-BE49-F238E27FC236}">
                <a16:creationId xmlns:a16="http://schemas.microsoft.com/office/drawing/2014/main" id="{CAF5254E-1844-B1C0-0A24-F8EBD1FAE5EE}"/>
              </a:ext>
            </a:extLst>
          </p:cNvPr>
          <p:cNvSpPr/>
          <p:nvPr/>
        </p:nvSpPr>
        <p:spPr>
          <a:xfrm>
            <a:off x="1161412" y="5945426"/>
            <a:ext cx="669132" cy="659389"/>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Star: 5 Points 29">
            <a:extLst>
              <a:ext uri="{FF2B5EF4-FFF2-40B4-BE49-F238E27FC236}">
                <a16:creationId xmlns:a16="http://schemas.microsoft.com/office/drawing/2014/main" id="{D05CFEE8-88E1-AD94-9799-35C38D7FC9C8}"/>
              </a:ext>
            </a:extLst>
          </p:cNvPr>
          <p:cNvSpPr/>
          <p:nvPr/>
        </p:nvSpPr>
        <p:spPr>
          <a:xfrm>
            <a:off x="1943653" y="5945426"/>
            <a:ext cx="669132" cy="659389"/>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5513B6F7-0776-652F-0CA3-CE4D6DB3A2C8}"/>
              </a:ext>
            </a:extLst>
          </p:cNvPr>
          <p:cNvSpPr txBox="1"/>
          <p:nvPr/>
        </p:nvSpPr>
        <p:spPr>
          <a:xfrm>
            <a:off x="1022049" y="4231220"/>
            <a:ext cx="2400300" cy="369332"/>
          </a:xfrm>
          <a:prstGeom prst="rect">
            <a:avLst/>
          </a:prstGeom>
          <a:noFill/>
        </p:spPr>
        <p:txBody>
          <a:bodyPr wrap="square" rtlCol="0">
            <a:spAutoFit/>
          </a:bodyPr>
          <a:lstStyle/>
          <a:p>
            <a:r>
              <a:rPr lang="en-US" dirty="0">
                <a:solidFill>
                  <a:schemeClr val="bg1"/>
                </a:solidFill>
                <a:latin typeface="Franklin Gothic Demi" panose="020B0703020102020204" pitchFamily="34" charset="0"/>
              </a:rPr>
              <a:t>Easy Encounter</a:t>
            </a:r>
          </a:p>
        </p:txBody>
      </p:sp>
      <p:sp>
        <p:nvSpPr>
          <p:cNvPr id="32" name="TextBox 31">
            <a:extLst>
              <a:ext uri="{FF2B5EF4-FFF2-40B4-BE49-F238E27FC236}">
                <a16:creationId xmlns:a16="http://schemas.microsoft.com/office/drawing/2014/main" id="{D5FE4F89-9F4A-648D-A534-CA2B9905E62E}"/>
              </a:ext>
            </a:extLst>
          </p:cNvPr>
          <p:cNvSpPr txBox="1"/>
          <p:nvPr/>
        </p:nvSpPr>
        <p:spPr>
          <a:xfrm>
            <a:off x="1830544" y="5130270"/>
            <a:ext cx="2400300" cy="369332"/>
          </a:xfrm>
          <a:prstGeom prst="rect">
            <a:avLst/>
          </a:prstGeom>
          <a:noFill/>
        </p:spPr>
        <p:txBody>
          <a:bodyPr wrap="square" rtlCol="0">
            <a:spAutoFit/>
          </a:bodyPr>
          <a:lstStyle/>
          <a:p>
            <a:r>
              <a:rPr lang="en-US" dirty="0">
                <a:solidFill>
                  <a:schemeClr val="bg1"/>
                </a:solidFill>
                <a:latin typeface="Franklin Gothic Demi" panose="020B0703020102020204" pitchFamily="34" charset="0"/>
              </a:rPr>
              <a:t>Medium Encounter</a:t>
            </a:r>
          </a:p>
        </p:txBody>
      </p:sp>
      <p:sp>
        <p:nvSpPr>
          <p:cNvPr id="33" name="TextBox 32">
            <a:extLst>
              <a:ext uri="{FF2B5EF4-FFF2-40B4-BE49-F238E27FC236}">
                <a16:creationId xmlns:a16="http://schemas.microsoft.com/office/drawing/2014/main" id="{38B4FA97-1113-71AA-7537-AC1D6872FC70}"/>
              </a:ext>
            </a:extLst>
          </p:cNvPr>
          <p:cNvSpPr txBox="1"/>
          <p:nvPr/>
        </p:nvSpPr>
        <p:spPr>
          <a:xfrm>
            <a:off x="2725894" y="6090454"/>
            <a:ext cx="2400300" cy="369332"/>
          </a:xfrm>
          <a:prstGeom prst="rect">
            <a:avLst/>
          </a:prstGeom>
          <a:noFill/>
        </p:spPr>
        <p:txBody>
          <a:bodyPr wrap="square" rtlCol="0">
            <a:spAutoFit/>
          </a:bodyPr>
          <a:lstStyle/>
          <a:p>
            <a:r>
              <a:rPr lang="en-US" dirty="0">
                <a:solidFill>
                  <a:schemeClr val="bg1"/>
                </a:solidFill>
                <a:latin typeface="Franklin Gothic Demi" panose="020B0703020102020204" pitchFamily="34" charset="0"/>
              </a:rPr>
              <a:t>Hard Encounter</a:t>
            </a:r>
          </a:p>
        </p:txBody>
      </p:sp>
      <p:pic>
        <p:nvPicPr>
          <p:cNvPr id="35" name="Picture 34">
            <a:extLst>
              <a:ext uri="{FF2B5EF4-FFF2-40B4-BE49-F238E27FC236}">
                <a16:creationId xmlns:a16="http://schemas.microsoft.com/office/drawing/2014/main" id="{DA404674-3A27-EE85-044C-8AE5CFADEF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9783" y="3779225"/>
            <a:ext cx="1234872" cy="1234872"/>
          </a:xfrm>
          <a:prstGeom prst="rect">
            <a:avLst/>
          </a:prstGeom>
        </p:spPr>
      </p:pic>
      <p:pic>
        <p:nvPicPr>
          <p:cNvPr id="37" name="Picture 36">
            <a:extLst>
              <a:ext uri="{FF2B5EF4-FFF2-40B4-BE49-F238E27FC236}">
                <a16:creationId xmlns:a16="http://schemas.microsoft.com/office/drawing/2014/main" id="{5C628765-2619-DB35-57C7-C5A9C2CE1B4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99976" y="4833123"/>
            <a:ext cx="829864" cy="829864"/>
          </a:xfrm>
          <a:prstGeom prst="rect">
            <a:avLst/>
          </a:prstGeom>
        </p:spPr>
      </p:pic>
      <p:pic>
        <p:nvPicPr>
          <p:cNvPr id="39" name="Picture 38">
            <a:extLst>
              <a:ext uri="{FF2B5EF4-FFF2-40B4-BE49-F238E27FC236}">
                <a16:creationId xmlns:a16="http://schemas.microsoft.com/office/drawing/2014/main" id="{8BF4AE6A-0216-3724-E86B-5C069631F37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99976" y="5774950"/>
            <a:ext cx="829865" cy="829865"/>
          </a:xfrm>
          <a:prstGeom prst="rect">
            <a:avLst/>
          </a:prstGeom>
        </p:spPr>
      </p:pic>
      <p:sp>
        <p:nvSpPr>
          <p:cNvPr id="40" name="TextBox 39">
            <a:extLst>
              <a:ext uri="{FF2B5EF4-FFF2-40B4-BE49-F238E27FC236}">
                <a16:creationId xmlns:a16="http://schemas.microsoft.com/office/drawing/2014/main" id="{ECA89366-7F29-3CAC-A835-1AAD595430E9}"/>
              </a:ext>
            </a:extLst>
          </p:cNvPr>
          <p:cNvSpPr txBox="1"/>
          <p:nvPr/>
        </p:nvSpPr>
        <p:spPr>
          <a:xfrm>
            <a:off x="5842152" y="4211995"/>
            <a:ext cx="2400300" cy="369332"/>
          </a:xfrm>
          <a:prstGeom prst="rect">
            <a:avLst/>
          </a:prstGeom>
          <a:noFill/>
        </p:spPr>
        <p:txBody>
          <a:bodyPr wrap="square" rtlCol="0">
            <a:spAutoFit/>
          </a:bodyPr>
          <a:lstStyle/>
          <a:p>
            <a:r>
              <a:rPr lang="en-US" dirty="0">
                <a:solidFill>
                  <a:schemeClr val="bg1"/>
                </a:solidFill>
                <a:latin typeface="Franklin Gothic Demi" panose="020B0703020102020204" pitchFamily="34" charset="0"/>
              </a:rPr>
              <a:t>Low Intensity</a:t>
            </a:r>
          </a:p>
        </p:txBody>
      </p:sp>
      <p:sp>
        <p:nvSpPr>
          <p:cNvPr id="41" name="TextBox 40">
            <a:extLst>
              <a:ext uri="{FF2B5EF4-FFF2-40B4-BE49-F238E27FC236}">
                <a16:creationId xmlns:a16="http://schemas.microsoft.com/office/drawing/2014/main" id="{689C874D-DC8F-5865-C4AB-624C3BF138B4}"/>
              </a:ext>
            </a:extLst>
          </p:cNvPr>
          <p:cNvSpPr txBox="1"/>
          <p:nvPr/>
        </p:nvSpPr>
        <p:spPr>
          <a:xfrm>
            <a:off x="5729841" y="5014097"/>
            <a:ext cx="2400300" cy="369332"/>
          </a:xfrm>
          <a:prstGeom prst="rect">
            <a:avLst/>
          </a:prstGeom>
          <a:noFill/>
        </p:spPr>
        <p:txBody>
          <a:bodyPr wrap="square" rtlCol="0">
            <a:spAutoFit/>
          </a:bodyPr>
          <a:lstStyle/>
          <a:p>
            <a:r>
              <a:rPr lang="en-US" dirty="0">
                <a:solidFill>
                  <a:schemeClr val="bg1"/>
                </a:solidFill>
                <a:latin typeface="Franklin Gothic Demi" panose="020B0703020102020204" pitchFamily="34" charset="0"/>
              </a:rPr>
              <a:t>Medium Intensity</a:t>
            </a:r>
          </a:p>
        </p:txBody>
      </p:sp>
      <p:sp>
        <p:nvSpPr>
          <p:cNvPr id="42" name="TextBox 41">
            <a:extLst>
              <a:ext uri="{FF2B5EF4-FFF2-40B4-BE49-F238E27FC236}">
                <a16:creationId xmlns:a16="http://schemas.microsoft.com/office/drawing/2014/main" id="{D2D4EBCB-F18C-E017-A7CA-6C9074E66B73}"/>
              </a:ext>
            </a:extLst>
          </p:cNvPr>
          <p:cNvSpPr txBox="1"/>
          <p:nvPr/>
        </p:nvSpPr>
        <p:spPr>
          <a:xfrm>
            <a:off x="5795326" y="5968468"/>
            <a:ext cx="2400300" cy="369332"/>
          </a:xfrm>
          <a:prstGeom prst="rect">
            <a:avLst/>
          </a:prstGeom>
          <a:noFill/>
        </p:spPr>
        <p:txBody>
          <a:bodyPr wrap="square" rtlCol="0">
            <a:spAutoFit/>
          </a:bodyPr>
          <a:lstStyle/>
          <a:p>
            <a:r>
              <a:rPr lang="en-US" dirty="0">
                <a:solidFill>
                  <a:schemeClr val="bg1"/>
                </a:solidFill>
                <a:latin typeface="Franklin Gothic Demi" panose="020B0703020102020204" pitchFamily="34" charset="0"/>
              </a:rPr>
              <a:t>High Intensity</a:t>
            </a:r>
          </a:p>
        </p:txBody>
      </p:sp>
      <p:pic>
        <p:nvPicPr>
          <p:cNvPr id="46" name="Picture 45">
            <a:extLst>
              <a:ext uri="{FF2B5EF4-FFF2-40B4-BE49-F238E27FC236}">
                <a16:creationId xmlns:a16="http://schemas.microsoft.com/office/drawing/2014/main" id="{69F986D2-E401-95F7-252E-0891BF26FBD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388" y="913600"/>
            <a:ext cx="1489792" cy="1489792"/>
          </a:xfrm>
          <a:prstGeom prst="rect">
            <a:avLst/>
          </a:prstGeom>
        </p:spPr>
      </p:pic>
    </p:spTree>
    <p:extLst>
      <p:ext uri="{BB962C8B-B14F-4D97-AF65-F5344CB8AC3E}">
        <p14:creationId xmlns:p14="http://schemas.microsoft.com/office/powerpoint/2010/main" val="486442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EFBE1-AD19-7E60-AEC7-D9224CD27FF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C3CEF50-0F67-8BD5-3860-719E9DF71E71}"/>
              </a:ext>
            </a:extLst>
          </p:cNvPr>
          <p:cNvSpPr txBox="1">
            <a:spLocks/>
          </p:cNvSpPr>
          <p:nvPr/>
        </p:nvSpPr>
        <p:spPr>
          <a:xfrm>
            <a:off x="1" y="0"/>
            <a:ext cx="12192000" cy="749300"/>
          </a:xfrm>
          <a:prstGeom prst="rect">
            <a:avLst/>
          </a:prstGeom>
          <a:solidFill>
            <a:srgbClr val="481D08"/>
          </a:solidFill>
          <a:effectLst>
            <a:outerShdw blurRad="50800" dist="38100" dir="2700000" algn="tl" rotWithShape="0">
              <a:prstClr val="black">
                <a:alpha val="40000"/>
              </a:prstClr>
            </a:outerShdw>
          </a:effectLst>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chemeClr val="bg1"/>
                </a:solidFill>
                <a:latin typeface="Franklin Gothic Medium Cond" panose="020B0606030402020204" pitchFamily="34" charset="0"/>
              </a:rPr>
              <a:t>Encounter 1 – Introduction</a:t>
            </a:r>
          </a:p>
        </p:txBody>
      </p:sp>
      <p:sp>
        <p:nvSpPr>
          <p:cNvPr id="2" name="Rectangle 1">
            <a:extLst>
              <a:ext uri="{FF2B5EF4-FFF2-40B4-BE49-F238E27FC236}">
                <a16:creationId xmlns:a16="http://schemas.microsoft.com/office/drawing/2014/main" id="{3BB04111-D3D6-D189-4138-958AE4CA7883}"/>
              </a:ext>
            </a:extLst>
          </p:cNvPr>
          <p:cNvSpPr/>
          <p:nvPr/>
        </p:nvSpPr>
        <p:spPr>
          <a:xfrm>
            <a:off x="196539" y="876692"/>
            <a:ext cx="5543861" cy="2031608"/>
          </a:xfrm>
          <a:custGeom>
            <a:avLst/>
            <a:gdLst>
              <a:gd name="csX0" fmla="*/ 0 w 5543861"/>
              <a:gd name="csY0" fmla="*/ 0 h 2031608"/>
              <a:gd name="csX1" fmla="*/ 526667 w 5543861"/>
              <a:gd name="csY1" fmla="*/ 0 h 2031608"/>
              <a:gd name="csX2" fmla="*/ 1108772 w 5543861"/>
              <a:gd name="csY2" fmla="*/ 0 h 2031608"/>
              <a:gd name="csX3" fmla="*/ 1746316 w 5543861"/>
              <a:gd name="csY3" fmla="*/ 0 h 2031608"/>
              <a:gd name="csX4" fmla="*/ 2328422 w 5543861"/>
              <a:gd name="csY4" fmla="*/ 0 h 2031608"/>
              <a:gd name="csX5" fmla="*/ 2965966 w 5543861"/>
              <a:gd name="csY5" fmla="*/ 0 h 2031608"/>
              <a:gd name="csX6" fmla="*/ 3658948 w 5543861"/>
              <a:gd name="csY6" fmla="*/ 0 h 2031608"/>
              <a:gd name="csX7" fmla="*/ 4351931 w 5543861"/>
              <a:gd name="csY7" fmla="*/ 0 h 2031608"/>
              <a:gd name="csX8" fmla="*/ 4934036 w 5543861"/>
              <a:gd name="csY8" fmla="*/ 0 h 2031608"/>
              <a:gd name="csX9" fmla="*/ 5543861 w 5543861"/>
              <a:gd name="csY9" fmla="*/ 0 h 2031608"/>
              <a:gd name="csX10" fmla="*/ 5543861 w 5543861"/>
              <a:gd name="csY10" fmla="*/ 616254 h 2031608"/>
              <a:gd name="csX11" fmla="*/ 5543861 w 5543861"/>
              <a:gd name="csY11" fmla="*/ 1293457 h 2031608"/>
              <a:gd name="csX12" fmla="*/ 5543861 w 5543861"/>
              <a:gd name="csY12" fmla="*/ 2031608 h 2031608"/>
              <a:gd name="csX13" fmla="*/ 4740001 w 5543861"/>
              <a:gd name="csY13" fmla="*/ 2031608 h 2031608"/>
              <a:gd name="csX14" fmla="*/ 3991580 w 5543861"/>
              <a:gd name="csY14" fmla="*/ 2031608 h 2031608"/>
              <a:gd name="csX15" fmla="*/ 3243159 w 5543861"/>
              <a:gd name="csY15" fmla="*/ 2031608 h 2031608"/>
              <a:gd name="csX16" fmla="*/ 2716492 w 5543861"/>
              <a:gd name="csY16" fmla="*/ 2031608 h 2031608"/>
              <a:gd name="csX17" fmla="*/ 1912632 w 5543861"/>
              <a:gd name="csY17" fmla="*/ 2031608 h 2031608"/>
              <a:gd name="csX18" fmla="*/ 1330527 w 5543861"/>
              <a:gd name="csY18" fmla="*/ 2031608 h 2031608"/>
              <a:gd name="csX19" fmla="*/ 803860 w 5543861"/>
              <a:gd name="csY19" fmla="*/ 2031608 h 2031608"/>
              <a:gd name="csX20" fmla="*/ 0 w 5543861"/>
              <a:gd name="csY20" fmla="*/ 2031608 h 2031608"/>
              <a:gd name="csX21" fmla="*/ 0 w 5543861"/>
              <a:gd name="csY21" fmla="*/ 1395037 h 2031608"/>
              <a:gd name="csX22" fmla="*/ 0 w 5543861"/>
              <a:gd name="csY22" fmla="*/ 738151 h 2031608"/>
              <a:gd name="csX23" fmla="*/ 0 w 5543861"/>
              <a:gd name="csY23" fmla="*/ 0 h 2031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43861" h="2031608" fill="none" extrusionOk="0">
                <a:moveTo>
                  <a:pt x="0" y="0"/>
                </a:moveTo>
                <a:cubicBezTo>
                  <a:pt x="224315" y="-5668"/>
                  <a:pt x="340048" y="22795"/>
                  <a:pt x="526667" y="0"/>
                </a:cubicBezTo>
                <a:cubicBezTo>
                  <a:pt x="713286" y="-22795"/>
                  <a:pt x="927758" y="-4350"/>
                  <a:pt x="1108772" y="0"/>
                </a:cubicBezTo>
                <a:cubicBezTo>
                  <a:pt x="1289787" y="4350"/>
                  <a:pt x="1531914" y="-24420"/>
                  <a:pt x="1746316" y="0"/>
                </a:cubicBezTo>
                <a:cubicBezTo>
                  <a:pt x="1960718" y="24420"/>
                  <a:pt x="2144839" y="-26153"/>
                  <a:pt x="2328422" y="0"/>
                </a:cubicBezTo>
                <a:cubicBezTo>
                  <a:pt x="2512005" y="26153"/>
                  <a:pt x="2833914" y="1993"/>
                  <a:pt x="2965966" y="0"/>
                </a:cubicBezTo>
                <a:cubicBezTo>
                  <a:pt x="3098018" y="-1993"/>
                  <a:pt x="3394392" y="-2020"/>
                  <a:pt x="3658948" y="0"/>
                </a:cubicBezTo>
                <a:cubicBezTo>
                  <a:pt x="3923504" y="2020"/>
                  <a:pt x="4079358" y="31288"/>
                  <a:pt x="4351931" y="0"/>
                </a:cubicBezTo>
                <a:cubicBezTo>
                  <a:pt x="4624504" y="-31288"/>
                  <a:pt x="4748660" y="9721"/>
                  <a:pt x="4934036" y="0"/>
                </a:cubicBezTo>
                <a:cubicBezTo>
                  <a:pt x="5119412" y="-9721"/>
                  <a:pt x="5292346" y="9463"/>
                  <a:pt x="5543861" y="0"/>
                </a:cubicBezTo>
                <a:cubicBezTo>
                  <a:pt x="5555244" y="199967"/>
                  <a:pt x="5535507" y="360564"/>
                  <a:pt x="5543861" y="616254"/>
                </a:cubicBezTo>
                <a:cubicBezTo>
                  <a:pt x="5552215" y="871944"/>
                  <a:pt x="5540868" y="1112113"/>
                  <a:pt x="5543861" y="1293457"/>
                </a:cubicBezTo>
                <a:cubicBezTo>
                  <a:pt x="5546854" y="1474801"/>
                  <a:pt x="5554411" y="1668815"/>
                  <a:pt x="5543861" y="2031608"/>
                </a:cubicBezTo>
                <a:cubicBezTo>
                  <a:pt x="5192512" y="2043845"/>
                  <a:pt x="5009165" y="2008179"/>
                  <a:pt x="4740001" y="2031608"/>
                </a:cubicBezTo>
                <a:cubicBezTo>
                  <a:pt x="4470837" y="2055037"/>
                  <a:pt x="4266015" y="2019513"/>
                  <a:pt x="3991580" y="2031608"/>
                </a:cubicBezTo>
                <a:cubicBezTo>
                  <a:pt x="3717145" y="2043703"/>
                  <a:pt x="3487398" y="2054883"/>
                  <a:pt x="3243159" y="2031608"/>
                </a:cubicBezTo>
                <a:cubicBezTo>
                  <a:pt x="2998920" y="2008333"/>
                  <a:pt x="2859996" y="2017027"/>
                  <a:pt x="2716492" y="2031608"/>
                </a:cubicBezTo>
                <a:cubicBezTo>
                  <a:pt x="2572988" y="2046189"/>
                  <a:pt x="2125145" y="1993543"/>
                  <a:pt x="1912632" y="2031608"/>
                </a:cubicBezTo>
                <a:cubicBezTo>
                  <a:pt x="1700119" y="2069673"/>
                  <a:pt x="1452047" y="2053218"/>
                  <a:pt x="1330527" y="2031608"/>
                </a:cubicBezTo>
                <a:cubicBezTo>
                  <a:pt x="1209008" y="2009998"/>
                  <a:pt x="1018702" y="2030959"/>
                  <a:pt x="803860" y="2031608"/>
                </a:cubicBezTo>
                <a:cubicBezTo>
                  <a:pt x="589018" y="2032257"/>
                  <a:pt x="168201" y="2000201"/>
                  <a:pt x="0" y="2031608"/>
                </a:cubicBezTo>
                <a:cubicBezTo>
                  <a:pt x="19948" y="1849500"/>
                  <a:pt x="25857" y="1661863"/>
                  <a:pt x="0" y="1395037"/>
                </a:cubicBezTo>
                <a:cubicBezTo>
                  <a:pt x="-25857" y="1128211"/>
                  <a:pt x="26966" y="954565"/>
                  <a:pt x="0" y="738151"/>
                </a:cubicBezTo>
                <a:cubicBezTo>
                  <a:pt x="-26966" y="521737"/>
                  <a:pt x="-12143" y="295999"/>
                  <a:pt x="0" y="0"/>
                </a:cubicBezTo>
                <a:close/>
              </a:path>
              <a:path w="5543861" h="2031608"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70791" y="148889"/>
                  <a:pt x="5525477" y="446082"/>
                  <a:pt x="5543861" y="636571"/>
                </a:cubicBezTo>
                <a:cubicBezTo>
                  <a:pt x="5562245" y="827060"/>
                  <a:pt x="5522780" y="1045422"/>
                  <a:pt x="5543861" y="1293457"/>
                </a:cubicBezTo>
                <a:cubicBezTo>
                  <a:pt x="5564942" y="1541492"/>
                  <a:pt x="5513454" y="1862885"/>
                  <a:pt x="5543861" y="2031608"/>
                </a:cubicBezTo>
                <a:cubicBezTo>
                  <a:pt x="5408344" y="2028272"/>
                  <a:pt x="5151979" y="2032588"/>
                  <a:pt x="5017194" y="2031608"/>
                </a:cubicBezTo>
                <a:cubicBezTo>
                  <a:pt x="4882409" y="2030628"/>
                  <a:pt x="4553807" y="2000485"/>
                  <a:pt x="4268773" y="2031608"/>
                </a:cubicBezTo>
                <a:cubicBezTo>
                  <a:pt x="3983739" y="2062731"/>
                  <a:pt x="3867630" y="2059004"/>
                  <a:pt x="3686668" y="2031608"/>
                </a:cubicBezTo>
                <a:cubicBezTo>
                  <a:pt x="3505706" y="2004212"/>
                  <a:pt x="3110970" y="2058227"/>
                  <a:pt x="2882808" y="2031608"/>
                </a:cubicBezTo>
                <a:cubicBezTo>
                  <a:pt x="2654646" y="2004989"/>
                  <a:pt x="2443208" y="2056191"/>
                  <a:pt x="2189825" y="2031608"/>
                </a:cubicBezTo>
                <a:cubicBezTo>
                  <a:pt x="1936442" y="2007025"/>
                  <a:pt x="1588724" y="2052580"/>
                  <a:pt x="1385965" y="2031608"/>
                </a:cubicBezTo>
                <a:cubicBezTo>
                  <a:pt x="1183206" y="2010636"/>
                  <a:pt x="970045" y="2005434"/>
                  <a:pt x="637544" y="2031608"/>
                </a:cubicBezTo>
                <a:cubicBezTo>
                  <a:pt x="305043" y="2057782"/>
                  <a:pt x="271599" y="2046211"/>
                  <a:pt x="0" y="2031608"/>
                </a:cubicBezTo>
                <a:cubicBezTo>
                  <a:pt x="5840" y="1721859"/>
                  <a:pt x="1319" y="1532122"/>
                  <a:pt x="0" y="1395037"/>
                </a:cubicBezTo>
                <a:cubicBezTo>
                  <a:pt x="-1319" y="1257952"/>
                  <a:pt x="21739" y="996271"/>
                  <a:pt x="0" y="758467"/>
                </a:cubicBezTo>
                <a:cubicBezTo>
                  <a:pt x="-21739" y="520663"/>
                  <a:pt x="-25655" y="259004"/>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Description</a:t>
            </a:r>
            <a:r>
              <a:rPr lang="en-US" sz="1400" dirty="0">
                <a:solidFill>
                  <a:schemeClr val="bg1"/>
                </a:solidFill>
                <a:latin typeface="Franklin Gothic Book" panose="020B0503020102020204" pitchFamily="34" charset="0"/>
              </a:rPr>
              <a:t>– This first encounter occurs right at the start of gameplay, focusing on introducing the player to the various gameplay systems, such as using the flashlight and batteries, the first breaker switch checkpoint, all alongside the persistent threat of the large monster tracking the player.</a:t>
            </a:r>
          </a:p>
          <a:p>
            <a:endParaRPr lang="en-US" sz="1400" dirty="0">
              <a:solidFill>
                <a:schemeClr val="bg1"/>
              </a:solidFill>
              <a:latin typeface="Franklin Gothic Book" panose="020B0503020102020204" pitchFamily="34" charset="0"/>
            </a:endParaRPr>
          </a:p>
          <a:p>
            <a:r>
              <a:rPr lang="en-US" sz="1400" dirty="0">
                <a:solidFill>
                  <a:schemeClr val="bg1"/>
                </a:solidFill>
                <a:latin typeface="Franklin Gothic Demi" panose="020B0703020102020204" pitchFamily="34" charset="0"/>
              </a:rPr>
              <a:t>Setting – Power Plant Maintenance Hallways and Offices</a:t>
            </a:r>
          </a:p>
          <a:p>
            <a:endParaRPr lang="en-US" sz="1400" dirty="0">
              <a:solidFill>
                <a:schemeClr val="bg1"/>
              </a:solidFill>
              <a:latin typeface="Franklin Gothic Book" panose="020B0503020102020204" pitchFamily="34" charset="0"/>
            </a:endParaRPr>
          </a:p>
          <a:p>
            <a:r>
              <a:rPr lang="en-US" sz="1400" dirty="0">
                <a:solidFill>
                  <a:schemeClr val="bg1"/>
                </a:solidFill>
                <a:latin typeface="Franklin Gothic Demi" panose="020B0703020102020204" pitchFamily="34" charset="0"/>
              </a:rPr>
              <a:t>Mood – Foreboding</a:t>
            </a:r>
          </a:p>
          <a:p>
            <a:endParaRPr lang="en-US" sz="1400" dirty="0">
              <a:solidFill>
                <a:schemeClr val="bg1"/>
              </a:solidFill>
              <a:latin typeface="Franklin Gothic Book" panose="020B0503020102020204" pitchFamily="34" charset="0"/>
            </a:endParaRPr>
          </a:p>
          <a:p>
            <a:endParaRPr lang="en-US" sz="1400" dirty="0">
              <a:solidFill>
                <a:schemeClr val="bg1"/>
              </a:solidFill>
              <a:latin typeface="Franklin Gothic Book" panose="020B0503020102020204" pitchFamily="34" charset="0"/>
            </a:endParaRPr>
          </a:p>
          <a:p>
            <a:endParaRPr lang="en-US" dirty="0">
              <a:solidFill>
                <a:schemeClr val="tx1"/>
              </a:solidFill>
              <a:latin typeface="Franklin Gothic Book" panose="020B0503020102020204" pitchFamily="34" charset="0"/>
            </a:endParaRPr>
          </a:p>
        </p:txBody>
      </p:sp>
      <p:sp>
        <p:nvSpPr>
          <p:cNvPr id="11" name="Rectangle 10">
            <a:extLst>
              <a:ext uri="{FF2B5EF4-FFF2-40B4-BE49-F238E27FC236}">
                <a16:creationId xmlns:a16="http://schemas.microsoft.com/office/drawing/2014/main" id="{FE2CFE13-2F55-E7BC-0454-EF277701054A}"/>
              </a:ext>
            </a:extLst>
          </p:cNvPr>
          <p:cNvSpPr/>
          <p:nvPr/>
        </p:nvSpPr>
        <p:spPr>
          <a:xfrm>
            <a:off x="196539" y="3137097"/>
            <a:ext cx="5543861" cy="1904608"/>
          </a:xfrm>
          <a:custGeom>
            <a:avLst/>
            <a:gdLst>
              <a:gd name="csX0" fmla="*/ 0 w 5543861"/>
              <a:gd name="csY0" fmla="*/ 0 h 1904608"/>
              <a:gd name="csX1" fmla="*/ 526667 w 5543861"/>
              <a:gd name="csY1" fmla="*/ 0 h 1904608"/>
              <a:gd name="csX2" fmla="*/ 1108772 w 5543861"/>
              <a:gd name="csY2" fmla="*/ 0 h 1904608"/>
              <a:gd name="csX3" fmla="*/ 1746316 w 5543861"/>
              <a:gd name="csY3" fmla="*/ 0 h 1904608"/>
              <a:gd name="csX4" fmla="*/ 2328422 w 5543861"/>
              <a:gd name="csY4" fmla="*/ 0 h 1904608"/>
              <a:gd name="csX5" fmla="*/ 2965966 w 5543861"/>
              <a:gd name="csY5" fmla="*/ 0 h 1904608"/>
              <a:gd name="csX6" fmla="*/ 3658948 w 5543861"/>
              <a:gd name="csY6" fmla="*/ 0 h 1904608"/>
              <a:gd name="csX7" fmla="*/ 4351931 w 5543861"/>
              <a:gd name="csY7" fmla="*/ 0 h 1904608"/>
              <a:gd name="csX8" fmla="*/ 4934036 w 5543861"/>
              <a:gd name="csY8" fmla="*/ 0 h 1904608"/>
              <a:gd name="csX9" fmla="*/ 5543861 w 5543861"/>
              <a:gd name="csY9" fmla="*/ 0 h 1904608"/>
              <a:gd name="csX10" fmla="*/ 5543861 w 5543861"/>
              <a:gd name="csY10" fmla="*/ 577731 h 1904608"/>
              <a:gd name="csX11" fmla="*/ 5543861 w 5543861"/>
              <a:gd name="csY11" fmla="*/ 1212600 h 1904608"/>
              <a:gd name="csX12" fmla="*/ 5543861 w 5543861"/>
              <a:gd name="csY12" fmla="*/ 1904608 h 1904608"/>
              <a:gd name="csX13" fmla="*/ 4740001 w 5543861"/>
              <a:gd name="csY13" fmla="*/ 1904608 h 1904608"/>
              <a:gd name="csX14" fmla="*/ 3991580 w 5543861"/>
              <a:gd name="csY14" fmla="*/ 1904608 h 1904608"/>
              <a:gd name="csX15" fmla="*/ 3243159 w 5543861"/>
              <a:gd name="csY15" fmla="*/ 1904608 h 1904608"/>
              <a:gd name="csX16" fmla="*/ 2716492 w 5543861"/>
              <a:gd name="csY16" fmla="*/ 1904608 h 1904608"/>
              <a:gd name="csX17" fmla="*/ 1912632 w 5543861"/>
              <a:gd name="csY17" fmla="*/ 1904608 h 1904608"/>
              <a:gd name="csX18" fmla="*/ 1330527 w 5543861"/>
              <a:gd name="csY18" fmla="*/ 1904608 h 1904608"/>
              <a:gd name="csX19" fmla="*/ 803860 w 5543861"/>
              <a:gd name="csY19" fmla="*/ 1904608 h 1904608"/>
              <a:gd name="csX20" fmla="*/ 0 w 5543861"/>
              <a:gd name="csY20" fmla="*/ 1904608 h 1904608"/>
              <a:gd name="csX21" fmla="*/ 0 w 5543861"/>
              <a:gd name="csY21" fmla="*/ 1307831 h 1904608"/>
              <a:gd name="csX22" fmla="*/ 0 w 5543861"/>
              <a:gd name="csY22" fmla="*/ 692008 h 1904608"/>
              <a:gd name="csX23" fmla="*/ 0 w 5543861"/>
              <a:gd name="csY23" fmla="*/ 0 h 1904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43861" h="1904608" fill="none" extrusionOk="0">
                <a:moveTo>
                  <a:pt x="0" y="0"/>
                </a:moveTo>
                <a:cubicBezTo>
                  <a:pt x="224315" y="-5668"/>
                  <a:pt x="340048" y="22795"/>
                  <a:pt x="526667" y="0"/>
                </a:cubicBezTo>
                <a:cubicBezTo>
                  <a:pt x="713286" y="-22795"/>
                  <a:pt x="927758" y="-4350"/>
                  <a:pt x="1108772" y="0"/>
                </a:cubicBezTo>
                <a:cubicBezTo>
                  <a:pt x="1289787" y="4350"/>
                  <a:pt x="1531914" y="-24420"/>
                  <a:pt x="1746316" y="0"/>
                </a:cubicBezTo>
                <a:cubicBezTo>
                  <a:pt x="1960718" y="24420"/>
                  <a:pt x="2144839" y="-26153"/>
                  <a:pt x="2328422" y="0"/>
                </a:cubicBezTo>
                <a:cubicBezTo>
                  <a:pt x="2512005" y="26153"/>
                  <a:pt x="2833914" y="1993"/>
                  <a:pt x="2965966" y="0"/>
                </a:cubicBezTo>
                <a:cubicBezTo>
                  <a:pt x="3098018" y="-1993"/>
                  <a:pt x="3394392" y="-2020"/>
                  <a:pt x="3658948" y="0"/>
                </a:cubicBezTo>
                <a:cubicBezTo>
                  <a:pt x="3923504" y="2020"/>
                  <a:pt x="4079358" y="31288"/>
                  <a:pt x="4351931" y="0"/>
                </a:cubicBezTo>
                <a:cubicBezTo>
                  <a:pt x="4624504" y="-31288"/>
                  <a:pt x="4748660" y="9721"/>
                  <a:pt x="4934036" y="0"/>
                </a:cubicBezTo>
                <a:cubicBezTo>
                  <a:pt x="5119412" y="-9721"/>
                  <a:pt x="5292346" y="9463"/>
                  <a:pt x="5543861" y="0"/>
                </a:cubicBezTo>
                <a:cubicBezTo>
                  <a:pt x="5516484" y="224530"/>
                  <a:pt x="5519319" y="347707"/>
                  <a:pt x="5543861" y="577731"/>
                </a:cubicBezTo>
                <a:cubicBezTo>
                  <a:pt x="5568403" y="807755"/>
                  <a:pt x="5551291" y="976674"/>
                  <a:pt x="5543861" y="1212600"/>
                </a:cubicBezTo>
                <a:cubicBezTo>
                  <a:pt x="5536431" y="1448526"/>
                  <a:pt x="5519769" y="1708970"/>
                  <a:pt x="5543861" y="1904608"/>
                </a:cubicBezTo>
                <a:cubicBezTo>
                  <a:pt x="5192512" y="1916845"/>
                  <a:pt x="5009165" y="1881179"/>
                  <a:pt x="4740001" y="1904608"/>
                </a:cubicBezTo>
                <a:cubicBezTo>
                  <a:pt x="4470837" y="1928037"/>
                  <a:pt x="4266015" y="1892513"/>
                  <a:pt x="3991580" y="1904608"/>
                </a:cubicBezTo>
                <a:cubicBezTo>
                  <a:pt x="3717145" y="1916703"/>
                  <a:pt x="3487398" y="1927883"/>
                  <a:pt x="3243159" y="1904608"/>
                </a:cubicBezTo>
                <a:cubicBezTo>
                  <a:pt x="2998920" y="1881333"/>
                  <a:pt x="2859996" y="1890027"/>
                  <a:pt x="2716492" y="1904608"/>
                </a:cubicBezTo>
                <a:cubicBezTo>
                  <a:pt x="2572988" y="1919189"/>
                  <a:pt x="2125145" y="1866543"/>
                  <a:pt x="1912632" y="1904608"/>
                </a:cubicBezTo>
                <a:cubicBezTo>
                  <a:pt x="1700119" y="1942673"/>
                  <a:pt x="1452047" y="1926218"/>
                  <a:pt x="1330527" y="1904608"/>
                </a:cubicBezTo>
                <a:cubicBezTo>
                  <a:pt x="1209008" y="1882998"/>
                  <a:pt x="1018702" y="1903959"/>
                  <a:pt x="803860" y="1904608"/>
                </a:cubicBezTo>
                <a:cubicBezTo>
                  <a:pt x="589018" y="1905257"/>
                  <a:pt x="168201" y="1873201"/>
                  <a:pt x="0" y="1904608"/>
                </a:cubicBezTo>
                <a:cubicBezTo>
                  <a:pt x="23326" y="1698168"/>
                  <a:pt x="-10427" y="1565372"/>
                  <a:pt x="0" y="1307831"/>
                </a:cubicBezTo>
                <a:cubicBezTo>
                  <a:pt x="10427" y="1050290"/>
                  <a:pt x="27445" y="817613"/>
                  <a:pt x="0" y="692008"/>
                </a:cubicBezTo>
                <a:cubicBezTo>
                  <a:pt x="-27445" y="566403"/>
                  <a:pt x="930" y="226315"/>
                  <a:pt x="0" y="0"/>
                </a:cubicBezTo>
                <a:close/>
              </a:path>
              <a:path w="5543861" h="1904608"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52195" y="278903"/>
                  <a:pt x="5542160" y="413641"/>
                  <a:pt x="5543861" y="596777"/>
                </a:cubicBezTo>
                <a:cubicBezTo>
                  <a:pt x="5545562" y="779913"/>
                  <a:pt x="5540358" y="1014966"/>
                  <a:pt x="5543861" y="1212600"/>
                </a:cubicBezTo>
                <a:cubicBezTo>
                  <a:pt x="5547364" y="1410234"/>
                  <a:pt x="5513770" y="1759774"/>
                  <a:pt x="5543861" y="1904608"/>
                </a:cubicBezTo>
                <a:cubicBezTo>
                  <a:pt x="5408344" y="1901272"/>
                  <a:pt x="5151979" y="1905588"/>
                  <a:pt x="5017194" y="1904608"/>
                </a:cubicBezTo>
                <a:cubicBezTo>
                  <a:pt x="4882409" y="1903628"/>
                  <a:pt x="4553807" y="1873485"/>
                  <a:pt x="4268773" y="1904608"/>
                </a:cubicBezTo>
                <a:cubicBezTo>
                  <a:pt x="3983739" y="1935731"/>
                  <a:pt x="3867630" y="1932004"/>
                  <a:pt x="3686668" y="1904608"/>
                </a:cubicBezTo>
                <a:cubicBezTo>
                  <a:pt x="3505706" y="1877212"/>
                  <a:pt x="3110970" y="1931227"/>
                  <a:pt x="2882808" y="1904608"/>
                </a:cubicBezTo>
                <a:cubicBezTo>
                  <a:pt x="2654646" y="1877989"/>
                  <a:pt x="2443208" y="1929191"/>
                  <a:pt x="2189825" y="1904608"/>
                </a:cubicBezTo>
                <a:cubicBezTo>
                  <a:pt x="1936442" y="1880025"/>
                  <a:pt x="1588724" y="1925580"/>
                  <a:pt x="1385965" y="1904608"/>
                </a:cubicBezTo>
                <a:cubicBezTo>
                  <a:pt x="1183206" y="1883636"/>
                  <a:pt x="970045" y="1878434"/>
                  <a:pt x="637544" y="1904608"/>
                </a:cubicBezTo>
                <a:cubicBezTo>
                  <a:pt x="305043" y="1930782"/>
                  <a:pt x="271599" y="1919211"/>
                  <a:pt x="0" y="1904608"/>
                </a:cubicBezTo>
                <a:cubicBezTo>
                  <a:pt x="5784" y="1675831"/>
                  <a:pt x="-5071" y="1578449"/>
                  <a:pt x="0" y="1307831"/>
                </a:cubicBezTo>
                <a:cubicBezTo>
                  <a:pt x="5071" y="1037213"/>
                  <a:pt x="17939" y="951944"/>
                  <a:pt x="0" y="711054"/>
                </a:cubicBezTo>
                <a:cubicBezTo>
                  <a:pt x="-17939" y="470164"/>
                  <a:pt x="34259" y="185498"/>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Player Abilities Required </a:t>
            </a:r>
            <a:r>
              <a:rPr lang="en-US" sz="1400" dirty="0">
                <a:solidFill>
                  <a:schemeClr val="bg1"/>
                </a:solidFill>
                <a:latin typeface="Franklin Gothic Book" panose="020B0503020102020204" pitchFamily="34" charset="0"/>
              </a:rPr>
              <a:t>– Flashlight, Crouching, Batteries to replenish Flashlight, some sprinting.</a:t>
            </a:r>
          </a:p>
          <a:p>
            <a:endParaRPr lang="en-US" sz="1400" dirty="0">
              <a:solidFill>
                <a:schemeClr val="bg1"/>
              </a:solidFill>
              <a:latin typeface="Franklin Gothic Book" panose="020B0503020102020204" pitchFamily="34" charset="0"/>
            </a:endParaRPr>
          </a:p>
          <a:p>
            <a:r>
              <a:rPr lang="en-US" sz="1400" dirty="0">
                <a:solidFill>
                  <a:schemeClr val="bg1"/>
                </a:solidFill>
                <a:latin typeface="Franklin Gothic Demi" panose="020B0703020102020204" pitchFamily="34" charset="0"/>
              </a:rPr>
              <a:t>Pacing</a:t>
            </a:r>
            <a:r>
              <a:rPr lang="en-US" sz="1400" dirty="0">
                <a:solidFill>
                  <a:schemeClr val="bg1"/>
                </a:solidFill>
                <a:latin typeface="Franklin Gothic Book" panose="020B0503020102020204" pitchFamily="34" charset="0"/>
              </a:rPr>
              <a:t> – Starts off Slow but increases steadily as player gains their bearings and the monster slowly approaches them from behind.</a:t>
            </a:r>
          </a:p>
          <a:p>
            <a:endParaRPr lang="en-US" sz="1400" dirty="0">
              <a:solidFill>
                <a:schemeClr val="bg1"/>
              </a:solidFill>
              <a:latin typeface="Franklin Gothic Book" panose="020B0503020102020204" pitchFamily="34" charset="0"/>
            </a:endParaRPr>
          </a:p>
          <a:p>
            <a:r>
              <a:rPr lang="en-US" sz="1400" dirty="0">
                <a:solidFill>
                  <a:schemeClr val="bg1"/>
                </a:solidFill>
                <a:latin typeface="Franklin Gothic Demi" panose="020B0703020102020204" pitchFamily="34" charset="0"/>
              </a:rPr>
              <a:t>Rewards</a:t>
            </a:r>
            <a:r>
              <a:rPr lang="en-US" sz="1400" dirty="0">
                <a:solidFill>
                  <a:schemeClr val="bg1"/>
                </a:solidFill>
                <a:latin typeface="Franklin Gothic Book" panose="020B0503020102020204" pitchFamily="34" charset="0"/>
              </a:rPr>
              <a:t> -  </a:t>
            </a:r>
          </a:p>
          <a:p>
            <a:endParaRPr lang="en-US" sz="1400" dirty="0">
              <a:solidFill>
                <a:schemeClr val="bg1"/>
              </a:solidFill>
              <a:latin typeface="Franklin Gothic Book" panose="020B0503020102020204" pitchFamily="34" charset="0"/>
            </a:endParaRPr>
          </a:p>
          <a:p>
            <a:endParaRPr lang="en-US" sz="1400" dirty="0">
              <a:solidFill>
                <a:schemeClr val="bg1"/>
              </a:solidFill>
              <a:latin typeface="Franklin Gothic Book" panose="020B0503020102020204" pitchFamily="34" charset="0"/>
            </a:endParaRPr>
          </a:p>
          <a:p>
            <a:endParaRPr lang="en-US" dirty="0">
              <a:solidFill>
                <a:schemeClr val="tx1"/>
              </a:solidFill>
              <a:latin typeface="Franklin Gothic Book" panose="020B0503020102020204" pitchFamily="34" charset="0"/>
            </a:endParaRPr>
          </a:p>
        </p:txBody>
      </p:sp>
      <p:sp>
        <p:nvSpPr>
          <p:cNvPr id="12" name="Rectangle 11">
            <a:extLst>
              <a:ext uri="{FF2B5EF4-FFF2-40B4-BE49-F238E27FC236}">
                <a16:creationId xmlns:a16="http://schemas.microsoft.com/office/drawing/2014/main" id="{F33D6F2C-82DD-DD85-3923-44AF3F70C364}"/>
              </a:ext>
            </a:extLst>
          </p:cNvPr>
          <p:cNvSpPr/>
          <p:nvPr/>
        </p:nvSpPr>
        <p:spPr>
          <a:xfrm>
            <a:off x="196539" y="5194300"/>
            <a:ext cx="5543861" cy="1473200"/>
          </a:xfrm>
          <a:custGeom>
            <a:avLst/>
            <a:gdLst>
              <a:gd name="csX0" fmla="*/ 0 w 5543861"/>
              <a:gd name="csY0" fmla="*/ 0 h 1473200"/>
              <a:gd name="csX1" fmla="*/ 526667 w 5543861"/>
              <a:gd name="csY1" fmla="*/ 0 h 1473200"/>
              <a:gd name="csX2" fmla="*/ 1108772 w 5543861"/>
              <a:gd name="csY2" fmla="*/ 0 h 1473200"/>
              <a:gd name="csX3" fmla="*/ 1746316 w 5543861"/>
              <a:gd name="csY3" fmla="*/ 0 h 1473200"/>
              <a:gd name="csX4" fmla="*/ 2328422 w 5543861"/>
              <a:gd name="csY4" fmla="*/ 0 h 1473200"/>
              <a:gd name="csX5" fmla="*/ 2965966 w 5543861"/>
              <a:gd name="csY5" fmla="*/ 0 h 1473200"/>
              <a:gd name="csX6" fmla="*/ 3658948 w 5543861"/>
              <a:gd name="csY6" fmla="*/ 0 h 1473200"/>
              <a:gd name="csX7" fmla="*/ 4351931 w 5543861"/>
              <a:gd name="csY7" fmla="*/ 0 h 1473200"/>
              <a:gd name="csX8" fmla="*/ 4934036 w 5543861"/>
              <a:gd name="csY8" fmla="*/ 0 h 1473200"/>
              <a:gd name="csX9" fmla="*/ 5543861 w 5543861"/>
              <a:gd name="csY9" fmla="*/ 0 h 1473200"/>
              <a:gd name="csX10" fmla="*/ 5543861 w 5543861"/>
              <a:gd name="csY10" fmla="*/ 446871 h 1473200"/>
              <a:gd name="csX11" fmla="*/ 5543861 w 5543861"/>
              <a:gd name="csY11" fmla="*/ 937937 h 1473200"/>
              <a:gd name="csX12" fmla="*/ 5543861 w 5543861"/>
              <a:gd name="csY12" fmla="*/ 1473200 h 1473200"/>
              <a:gd name="csX13" fmla="*/ 4740001 w 5543861"/>
              <a:gd name="csY13" fmla="*/ 1473200 h 1473200"/>
              <a:gd name="csX14" fmla="*/ 3991580 w 5543861"/>
              <a:gd name="csY14" fmla="*/ 1473200 h 1473200"/>
              <a:gd name="csX15" fmla="*/ 3243159 w 5543861"/>
              <a:gd name="csY15" fmla="*/ 1473200 h 1473200"/>
              <a:gd name="csX16" fmla="*/ 2716492 w 5543861"/>
              <a:gd name="csY16" fmla="*/ 1473200 h 1473200"/>
              <a:gd name="csX17" fmla="*/ 1912632 w 5543861"/>
              <a:gd name="csY17" fmla="*/ 1473200 h 1473200"/>
              <a:gd name="csX18" fmla="*/ 1330527 w 5543861"/>
              <a:gd name="csY18" fmla="*/ 1473200 h 1473200"/>
              <a:gd name="csX19" fmla="*/ 803860 w 5543861"/>
              <a:gd name="csY19" fmla="*/ 1473200 h 1473200"/>
              <a:gd name="csX20" fmla="*/ 0 w 5543861"/>
              <a:gd name="csY20" fmla="*/ 1473200 h 1473200"/>
              <a:gd name="csX21" fmla="*/ 0 w 5543861"/>
              <a:gd name="csY21" fmla="*/ 1011597 h 1473200"/>
              <a:gd name="csX22" fmla="*/ 0 w 5543861"/>
              <a:gd name="csY22" fmla="*/ 535263 h 1473200"/>
              <a:gd name="csX23" fmla="*/ 0 w 5543861"/>
              <a:gd name="csY23" fmla="*/ 0 h 1473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43861" h="1473200" fill="none" extrusionOk="0">
                <a:moveTo>
                  <a:pt x="0" y="0"/>
                </a:moveTo>
                <a:cubicBezTo>
                  <a:pt x="224315" y="-5668"/>
                  <a:pt x="340048" y="22795"/>
                  <a:pt x="526667" y="0"/>
                </a:cubicBezTo>
                <a:cubicBezTo>
                  <a:pt x="713286" y="-22795"/>
                  <a:pt x="927758" y="-4350"/>
                  <a:pt x="1108772" y="0"/>
                </a:cubicBezTo>
                <a:cubicBezTo>
                  <a:pt x="1289787" y="4350"/>
                  <a:pt x="1531914" y="-24420"/>
                  <a:pt x="1746316" y="0"/>
                </a:cubicBezTo>
                <a:cubicBezTo>
                  <a:pt x="1960718" y="24420"/>
                  <a:pt x="2144839" y="-26153"/>
                  <a:pt x="2328422" y="0"/>
                </a:cubicBezTo>
                <a:cubicBezTo>
                  <a:pt x="2512005" y="26153"/>
                  <a:pt x="2833914" y="1993"/>
                  <a:pt x="2965966" y="0"/>
                </a:cubicBezTo>
                <a:cubicBezTo>
                  <a:pt x="3098018" y="-1993"/>
                  <a:pt x="3394392" y="-2020"/>
                  <a:pt x="3658948" y="0"/>
                </a:cubicBezTo>
                <a:cubicBezTo>
                  <a:pt x="3923504" y="2020"/>
                  <a:pt x="4079358" y="31288"/>
                  <a:pt x="4351931" y="0"/>
                </a:cubicBezTo>
                <a:cubicBezTo>
                  <a:pt x="4624504" y="-31288"/>
                  <a:pt x="4748660" y="9721"/>
                  <a:pt x="4934036" y="0"/>
                </a:cubicBezTo>
                <a:cubicBezTo>
                  <a:pt x="5119412" y="-9721"/>
                  <a:pt x="5292346" y="9463"/>
                  <a:pt x="5543861" y="0"/>
                </a:cubicBezTo>
                <a:cubicBezTo>
                  <a:pt x="5562456" y="112734"/>
                  <a:pt x="5522857" y="346399"/>
                  <a:pt x="5543861" y="446871"/>
                </a:cubicBezTo>
                <a:cubicBezTo>
                  <a:pt x="5564865" y="547343"/>
                  <a:pt x="5526150" y="719725"/>
                  <a:pt x="5543861" y="937937"/>
                </a:cubicBezTo>
                <a:cubicBezTo>
                  <a:pt x="5561572" y="1156149"/>
                  <a:pt x="5553436" y="1286132"/>
                  <a:pt x="5543861" y="1473200"/>
                </a:cubicBezTo>
                <a:cubicBezTo>
                  <a:pt x="5192512" y="1485437"/>
                  <a:pt x="5009165" y="1449771"/>
                  <a:pt x="4740001" y="1473200"/>
                </a:cubicBezTo>
                <a:cubicBezTo>
                  <a:pt x="4470837" y="1496629"/>
                  <a:pt x="4266015" y="1461105"/>
                  <a:pt x="3991580" y="1473200"/>
                </a:cubicBezTo>
                <a:cubicBezTo>
                  <a:pt x="3717145" y="1485295"/>
                  <a:pt x="3487398" y="1496475"/>
                  <a:pt x="3243159" y="1473200"/>
                </a:cubicBezTo>
                <a:cubicBezTo>
                  <a:pt x="2998920" y="1449925"/>
                  <a:pt x="2859996" y="1458619"/>
                  <a:pt x="2716492" y="1473200"/>
                </a:cubicBezTo>
                <a:cubicBezTo>
                  <a:pt x="2572988" y="1487781"/>
                  <a:pt x="2125145" y="1435135"/>
                  <a:pt x="1912632" y="1473200"/>
                </a:cubicBezTo>
                <a:cubicBezTo>
                  <a:pt x="1700119" y="1511265"/>
                  <a:pt x="1452047" y="1494810"/>
                  <a:pt x="1330527" y="1473200"/>
                </a:cubicBezTo>
                <a:cubicBezTo>
                  <a:pt x="1209008" y="1451590"/>
                  <a:pt x="1018702" y="1472551"/>
                  <a:pt x="803860" y="1473200"/>
                </a:cubicBezTo>
                <a:cubicBezTo>
                  <a:pt x="589018" y="1473849"/>
                  <a:pt x="168201" y="1441793"/>
                  <a:pt x="0" y="1473200"/>
                </a:cubicBezTo>
                <a:cubicBezTo>
                  <a:pt x="17558" y="1301806"/>
                  <a:pt x="20040" y="1185446"/>
                  <a:pt x="0" y="1011597"/>
                </a:cubicBezTo>
                <a:cubicBezTo>
                  <a:pt x="-20040" y="837748"/>
                  <a:pt x="9229" y="676968"/>
                  <a:pt x="0" y="535263"/>
                </a:cubicBezTo>
                <a:cubicBezTo>
                  <a:pt x="-9229" y="393558"/>
                  <a:pt x="10714" y="135162"/>
                  <a:pt x="0" y="0"/>
                </a:cubicBezTo>
                <a:close/>
              </a:path>
              <a:path w="5543861" h="1473200"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31342" y="170832"/>
                  <a:pt x="5560788" y="231327"/>
                  <a:pt x="5543861" y="461603"/>
                </a:cubicBezTo>
                <a:cubicBezTo>
                  <a:pt x="5526934" y="691879"/>
                  <a:pt x="5545150" y="836892"/>
                  <a:pt x="5543861" y="937937"/>
                </a:cubicBezTo>
                <a:cubicBezTo>
                  <a:pt x="5542572" y="1038982"/>
                  <a:pt x="5548347" y="1225379"/>
                  <a:pt x="5543861" y="1473200"/>
                </a:cubicBezTo>
                <a:cubicBezTo>
                  <a:pt x="5408344" y="1469864"/>
                  <a:pt x="5151979" y="1474180"/>
                  <a:pt x="5017194" y="1473200"/>
                </a:cubicBezTo>
                <a:cubicBezTo>
                  <a:pt x="4882409" y="1472220"/>
                  <a:pt x="4553807" y="1442077"/>
                  <a:pt x="4268773" y="1473200"/>
                </a:cubicBezTo>
                <a:cubicBezTo>
                  <a:pt x="3983739" y="1504323"/>
                  <a:pt x="3867630" y="1500596"/>
                  <a:pt x="3686668" y="1473200"/>
                </a:cubicBezTo>
                <a:cubicBezTo>
                  <a:pt x="3505706" y="1445804"/>
                  <a:pt x="3110970" y="1499819"/>
                  <a:pt x="2882808" y="1473200"/>
                </a:cubicBezTo>
                <a:cubicBezTo>
                  <a:pt x="2654646" y="1446581"/>
                  <a:pt x="2443208" y="1497783"/>
                  <a:pt x="2189825" y="1473200"/>
                </a:cubicBezTo>
                <a:cubicBezTo>
                  <a:pt x="1936442" y="1448617"/>
                  <a:pt x="1588724" y="1494172"/>
                  <a:pt x="1385965" y="1473200"/>
                </a:cubicBezTo>
                <a:cubicBezTo>
                  <a:pt x="1183206" y="1452228"/>
                  <a:pt x="970045" y="1447026"/>
                  <a:pt x="637544" y="1473200"/>
                </a:cubicBezTo>
                <a:cubicBezTo>
                  <a:pt x="305043" y="1499374"/>
                  <a:pt x="271599" y="1487803"/>
                  <a:pt x="0" y="1473200"/>
                </a:cubicBezTo>
                <a:cubicBezTo>
                  <a:pt x="-2381" y="1271387"/>
                  <a:pt x="5019" y="1150447"/>
                  <a:pt x="0" y="1011597"/>
                </a:cubicBezTo>
                <a:cubicBezTo>
                  <a:pt x="-5019" y="872747"/>
                  <a:pt x="10323" y="754990"/>
                  <a:pt x="0" y="549995"/>
                </a:cubicBezTo>
                <a:cubicBezTo>
                  <a:pt x="-10323" y="345000"/>
                  <a:pt x="27329" y="118107"/>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Cinematics</a:t>
            </a:r>
            <a:r>
              <a:rPr lang="en-US" sz="1400" dirty="0">
                <a:solidFill>
                  <a:schemeClr val="bg1"/>
                </a:solidFill>
                <a:latin typeface="Franklin Gothic Book" panose="020B0503020102020204" pitchFamily="34" charset="0"/>
              </a:rPr>
              <a:t> –</a:t>
            </a:r>
          </a:p>
          <a:p>
            <a:endParaRPr lang="en-US" sz="1400" dirty="0">
              <a:solidFill>
                <a:schemeClr val="bg1"/>
              </a:solidFill>
              <a:latin typeface="Franklin Gothic Book" panose="020B0503020102020204" pitchFamily="34" charset="0"/>
            </a:endParaRP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Contains opening cinematic of player waking up in factory</a:t>
            </a: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Ending encounter cinematic of  player barely escaping boss monster in vent.</a:t>
            </a:r>
          </a:p>
          <a:p>
            <a:endParaRPr lang="en-US" sz="1400" dirty="0">
              <a:solidFill>
                <a:schemeClr val="bg1"/>
              </a:solidFill>
              <a:latin typeface="Franklin Gothic Book" panose="020B0503020102020204" pitchFamily="34" charset="0"/>
            </a:endParaRPr>
          </a:p>
          <a:p>
            <a:endParaRPr lang="en-US" sz="1400" dirty="0">
              <a:solidFill>
                <a:schemeClr val="bg1"/>
              </a:solidFill>
              <a:latin typeface="Franklin Gothic Book" panose="020B0503020102020204" pitchFamily="34" charset="0"/>
            </a:endParaRPr>
          </a:p>
          <a:p>
            <a:endParaRPr lang="en-US" dirty="0">
              <a:solidFill>
                <a:schemeClr val="tx1"/>
              </a:solidFill>
              <a:latin typeface="Franklin Gothic Book" panose="020B0503020102020204" pitchFamily="34" charset="0"/>
            </a:endParaRPr>
          </a:p>
        </p:txBody>
      </p:sp>
      <p:pic>
        <p:nvPicPr>
          <p:cNvPr id="16" name="Picture 15">
            <a:extLst>
              <a:ext uri="{FF2B5EF4-FFF2-40B4-BE49-F238E27FC236}">
                <a16:creationId xmlns:a16="http://schemas.microsoft.com/office/drawing/2014/main" id="{79FFEAA7-173E-8A16-3177-3D197F3194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3919" y="838916"/>
            <a:ext cx="3171825" cy="5994044"/>
          </a:xfrm>
          <a:prstGeom prst="rect">
            <a:avLst/>
          </a:prstGeom>
        </p:spPr>
      </p:pic>
      <p:pic>
        <p:nvPicPr>
          <p:cNvPr id="17" name="Picture 16">
            <a:extLst>
              <a:ext uri="{FF2B5EF4-FFF2-40B4-BE49-F238E27FC236}">
                <a16:creationId xmlns:a16="http://schemas.microsoft.com/office/drawing/2014/main" id="{EB308CD1-75C2-0D3A-D8E0-D7F6AB2206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17905" y="13945"/>
            <a:ext cx="738824" cy="738824"/>
          </a:xfrm>
          <a:prstGeom prst="rect">
            <a:avLst/>
          </a:prstGeom>
        </p:spPr>
      </p:pic>
      <p:pic>
        <p:nvPicPr>
          <p:cNvPr id="18" name="Picture 17">
            <a:extLst>
              <a:ext uri="{FF2B5EF4-FFF2-40B4-BE49-F238E27FC236}">
                <a16:creationId xmlns:a16="http://schemas.microsoft.com/office/drawing/2014/main" id="{54EAA846-32B2-A414-4FF2-E2415D4123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33584" y="-261006"/>
            <a:ext cx="1252260" cy="1252260"/>
          </a:xfrm>
          <a:prstGeom prst="rect">
            <a:avLst/>
          </a:prstGeom>
        </p:spPr>
      </p:pic>
      <p:sp>
        <p:nvSpPr>
          <p:cNvPr id="19" name="Star: 5 Points 18">
            <a:extLst>
              <a:ext uri="{FF2B5EF4-FFF2-40B4-BE49-F238E27FC236}">
                <a16:creationId xmlns:a16="http://schemas.microsoft.com/office/drawing/2014/main" id="{AC5C311E-A9CD-D62F-6E69-552BF659E459}"/>
              </a:ext>
            </a:extLst>
          </p:cNvPr>
          <p:cNvSpPr/>
          <p:nvPr/>
        </p:nvSpPr>
        <p:spPr>
          <a:xfrm>
            <a:off x="10074257" y="122524"/>
            <a:ext cx="499162" cy="460315"/>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a:extLst>
              <a:ext uri="{FF2B5EF4-FFF2-40B4-BE49-F238E27FC236}">
                <a16:creationId xmlns:a16="http://schemas.microsoft.com/office/drawing/2014/main" id="{C42074C6-A3F1-BACF-FE32-20C0F05DB8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49581" y="-89616"/>
            <a:ext cx="884594" cy="884594"/>
          </a:xfrm>
          <a:prstGeom prst="rect">
            <a:avLst/>
          </a:prstGeom>
        </p:spPr>
      </p:pic>
      <p:sp>
        <p:nvSpPr>
          <p:cNvPr id="21" name="TextBox 20">
            <a:extLst>
              <a:ext uri="{FF2B5EF4-FFF2-40B4-BE49-F238E27FC236}">
                <a16:creationId xmlns:a16="http://schemas.microsoft.com/office/drawing/2014/main" id="{89D3E95E-024F-9D7A-21E6-005B0861D0EB}"/>
              </a:ext>
            </a:extLst>
          </p:cNvPr>
          <p:cNvSpPr txBox="1"/>
          <p:nvPr/>
        </p:nvSpPr>
        <p:spPr>
          <a:xfrm>
            <a:off x="6608452" y="121614"/>
            <a:ext cx="884594" cy="523220"/>
          </a:xfrm>
          <a:prstGeom prst="rect">
            <a:avLst/>
          </a:prstGeom>
          <a:noFill/>
        </p:spPr>
        <p:txBody>
          <a:bodyPr wrap="square">
            <a:spAutoFit/>
          </a:bodyPr>
          <a:lstStyle/>
          <a:p>
            <a:pPr algn="l"/>
            <a:r>
              <a:rPr lang="en-US" sz="2800" b="1" dirty="0">
                <a:solidFill>
                  <a:schemeClr val="bg1"/>
                </a:solidFill>
                <a:latin typeface="Franklin Gothic Medium Cond" panose="020B0606030402020204" pitchFamily="34" charset="0"/>
              </a:rPr>
              <a:t>3:00</a:t>
            </a:r>
          </a:p>
        </p:txBody>
      </p:sp>
    </p:spTree>
    <p:extLst>
      <p:ext uri="{BB962C8B-B14F-4D97-AF65-F5344CB8AC3E}">
        <p14:creationId xmlns:p14="http://schemas.microsoft.com/office/powerpoint/2010/main" val="1493877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CF4D6-1E10-EE21-C724-FFDD6DCA33B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0E2FFEE-2ACA-9248-F704-5C7D83E4A275}"/>
              </a:ext>
            </a:extLst>
          </p:cNvPr>
          <p:cNvSpPr txBox="1">
            <a:spLocks/>
          </p:cNvSpPr>
          <p:nvPr/>
        </p:nvSpPr>
        <p:spPr>
          <a:xfrm>
            <a:off x="1" y="0"/>
            <a:ext cx="12192000" cy="749300"/>
          </a:xfrm>
          <a:prstGeom prst="rect">
            <a:avLst/>
          </a:prstGeom>
          <a:solidFill>
            <a:srgbClr val="481D08"/>
          </a:solidFill>
          <a:effectLst>
            <a:outerShdw blurRad="50800" dist="38100" dir="2700000" algn="tl" rotWithShape="0">
              <a:prstClr val="black">
                <a:alpha val="40000"/>
              </a:prstClr>
            </a:outerShdw>
          </a:effectLst>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chemeClr val="bg1"/>
                </a:solidFill>
                <a:latin typeface="Franklin Gothic Medium Cond" panose="020B0606030402020204" pitchFamily="34" charset="0"/>
              </a:rPr>
              <a:t>Encounter 1 – Introduction – Block Out</a:t>
            </a:r>
          </a:p>
        </p:txBody>
      </p:sp>
      <p:pic>
        <p:nvPicPr>
          <p:cNvPr id="4" name="Picture 3">
            <a:extLst>
              <a:ext uri="{FF2B5EF4-FFF2-40B4-BE49-F238E27FC236}">
                <a16:creationId xmlns:a16="http://schemas.microsoft.com/office/drawing/2014/main" id="{5B95DAB6-72B5-6363-D92D-28D9ACEC91A8}"/>
              </a:ext>
            </a:extLst>
          </p:cNvPr>
          <p:cNvPicPr>
            <a:picLocks noChangeAspect="1"/>
          </p:cNvPicPr>
          <p:nvPr/>
        </p:nvPicPr>
        <p:blipFill>
          <a:blip r:embed="rId2"/>
          <a:stretch>
            <a:fillRect/>
          </a:stretch>
        </p:blipFill>
        <p:spPr>
          <a:xfrm>
            <a:off x="751729" y="749300"/>
            <a:ext cx="10688542" cy="6077798"/>
          </a:xfrm>
          <a:prstGeom prst="rect">
            <a:avLst/>
          </a:prstGeom>
        </p:spPr>
      </p:pic>
    </p:spTree>
    <p:extLst>
      <p:ext uri="{BB962C8B-B14F-4D97-AF65-F5344CB8AC3E}">
        <p14:creationId xmlns:p14="http://schemas.microsoft.com/office/powerpoint/2010/main" val="3023683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BB75E-92B0-6DB9-7E99-AA22A96E112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E618A52-9315-E182-3B80-07F3E4AC32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9576" y="892493"/>
            <a:ext cx="3771424" cy="5799879"/>
          </a:xfrm>
          <a:prstGeom prst="rect">
            <a:avLst/>
          </a:prstGeom>
        </p:spPr>
      </p:pic>
      <p:sp>
        <p:nvSpPr>
          <p:cNvPr id="7" name="Title 1">
            <a:extLst>
              <a:ext uri="{FF2B5EF4-FFF2-40B4-BE49-F238E27FC236}">
                <a16:creationId xmlns:a16="http://schemas.microsoft.com/office/drawing/2014/main" id="{776C6971-F79A-87F6-80B7-A9E641176529}"/>
              </a:ext>
            </a:extLst>
          </p:cNvPr>
          <p:cNvSpPr txBox="1">
            <a:spLocks/>
          </p:cNvSpPr>
          <p:nvPr/>
        </p:nvSpPr>
        <p:spPr>
          <a:xfrm>
            <a:off x="1" y="0"/>
            <a:ext cx="12192000" cy="749300"/>
          </a:xfrm>
          <a:prstGeom prst="rect">
            <a:avLst/>
          </a:prstGeom>
          <a:solidFill>
            <a:srgbClr val="481D08"/>
          </a:solidFill>
          <a:effectLst>
            <a:outerShdw blurRad="50800" dist="38100" dir="2700000" algn="tl" rotWithShape="0">
              <a:prstClr val="black">
                <a:alpha val="40000"/>
              </a:prstClr>
            </a:outerShdw>
          </a:effectLst>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chemeClr val="bg1"/>
                </a:solidFill>
                <a:latin typeface="Franklin Gothic Medium Cond" panose="020B0606030402020204" pitchFamily="34" charset="0"/>
              </a:rPr>
              <a:t>Encounter 2 – Small Enemies  </a:t>
            </a:r>
          </a:p>
        </p:txBody>
      </p:sp>
      <p:sp>
        <p:nvSpPr>
          <p:cNvPr id="11" name="Rectangle 10">
            <a:extLst>
              <a:ext uri="{FF2B5EF4-FFF2-40B4-BE49-F238E27FC236}">
                <a16:creationId xmlns:a16="http://schemas.microsoft.com/office/drawing/2014/main" id="{C096B8A6-F809-C73C-684B-7E1C7AFBCD0C}"/>
              </a:ext>
            </a:extLst>
          </p:cNvPr>
          <p:cNvSpPr/>
          <p:nvPr/>
        </p:nvSpPr>
        <p:spPr>
          <a:xfrm>
            <a:off x="196539" y="876692"/>
            <a:ext cx="5543861" cy="2031608"/>
          </a:xfrm>
          <a:custGeom>
            <a:avLst/>
            <a:gdLst>
              <a:gd name="csX0" fmla="*/ 0 w 5543861"/>
              <a:gd name="csY0" fmla="*/ 0 h 2031608"/>
              <a:gd name="csX1" fmla="*/ 526667 w 5543861"/>
              <a:gd name="csY1" fmla="*/ 0 h 2031608"/>
              <a:gd name="csX2" fmla="*/ 1108772 w 5543861"/>
              <a:gd name="csY2" fmla="*/ 0 h 2031608"/>
              <a:gd name="csX3" fmla="*/ 1746316 w 5543861"/>
              <a:gd name="csY3" fmla="*/ 0 h 2031608"/>
              <a:gd name="csX4" fmla="*/ 2328422 w 5543861"/>
              <a:gd name="csY4" fmla="*/ 0 h 2031608"/>
              <a:gd name="csX5" fmla="*/ 2965966 w 5543861"/>
              <a:gd name="csY5" fmla="*/ 0 h 2031608"/>
              <a:gd name="csX6" fmla="*/ 3658948 w 5543861"/>
              <a:gd name="csY6" fmla="*/ 0 h 2031608"/>
              <a:gd name="csX7" fmla="*/ 4351931 w 5543861"/>
              <a:gd name="csY7" fmla="*/ 0 h 2031608"/>
              <a:gd name="csX8" fmla="*/ 4934036 w 5543861"/>
              <a:gd name="csY8" fmla="*/ 0 h 2031608"/>
              <a:gd name="csX9" fmla="*/ 5543861 w 5543861"/>
              <a:gd name="csY9" fmla="*/ 0 h 2031608"/>
              <a:gd name="csX10" fmla="*/ 5543861 w 5543861"/>
              <a:gd name="csY10" fmla="*/ 616254 h 2031608"/>
              <a:gd name="csX11" fmla="*/ 5543861 w 5543861"/>
              <a:gd name="csY11" fmla="*/ 1293457 h 2031608"/>
              <a:gd name="csX12" fmla="*/ 5543861 w 5543861"/>
              <a:gd name="csY12" fmla="*/ 2031608 h 2031608"/>
              <a:gd name="csX13" fmla="*/ 4740001 w 5543861"/>
              <a:gd name="csY13" fmla="*/ 2031608 h 2031608"/>
              <a:gd name="csX14" fmla="*/ 3991580 w 5543861"/>
              <a:gd name="csY14" fmla="*/ 2031608 h 2031608"/>
              <a:gd name="csX15" fmla="*/ 3243159 w 5543861"/>
              <a:gd name="csY15" fmla="*/ 2031608 h 2031608"/>
              <a:gd name="csX16" fmla="*/ 2716492 w 5543861"/>
              <a:gd name="csY16" fmla="*/ 2031608 h 2031608"/>
              <a:gd name="csX17" fmla="*/ 1912632 w 5543861"/>
              <a:gd name="csY17" fmla="*/ 2031608 h 2031608"/>
              <a:gd name="csX18" fmla="*/ 1330527 w 5543861"/>
              <a:gd name="csY18" fmla="*/ 2031608 h 2031608"/>
              <a:gd name="csX19" fmla="*/ 803860 w 5543861"/>
              <a:gd name="csY19" fmla="*/ 2031608 h 2031608"/>
              <a:gd name="csX20" fmla="*/ 0 w 5543861"/>
              <a:gd name="csY20" fmla="*/ 2031608 h 2031608"/>
              <a:gd name="csX21" fmla="*/ 0 w 5543861"/>
              <a:gd name="csY21" fmla="*/ 1395037 h 2031608"/>
              <a:gd name="csX22" fmla="*/ 0 w 5543861"/>
              <a:gd name="csY22" fmla="*/ 738151 h 2031608"/>
              <a:gd name="csX23" fmla="*/ 0 w 5543861"/>
              <a:gd name="csY23" fmla="*/ 0 h 2031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43861" h="2031608" fill="none" extrusionOk="0">
                <a:moveTo>
                  <a:pt x="0" y="0"/>
                </a:moveTo>
                <a:cubicBezTo>
                  <a:pt x="224315" y="-5668"/>
                  <a:pt x="340048" y="22795"/>
                  <a:pt x="526667" y="0"/>
                </a:cubicBezTo>
                <a:cubicBezTo>
                  <a:pt x="713286" y="-22795"/>
                  <a:pt x="927758" y="-4350"/>
                  <a:pt x="1108772" y="0"/>
                </a:cubicBezTo>
                <a:cubicBezTo>
                  <a:pt x="1289787" y="4350"/>
                  <a:pt x="1531914" y="-24420"/>
                  <a:pt x="1746316" y="0"/>
                </a:cubicBezTo>
                <a:cubicBezTo>
                  <a:pt x="1960718" y="24420"/>
                  <a:pt x="2144839" y="-26153"/>
                  <a:pt x="2328422" y="0"/>
                </a:cubicBezTo>
                <a:cubicBezTo>
                  <a:pt x="2512005" y="26153"/>
                  <a:pt x="2833914" y="1993"/>
                  <a:pt x="2965966" y="0"/>
                </a:cubicBezTo>
                <a:cubicBezTo>
                  <a:pt x="3098018" y="-1993"/>
                  <a:pt x="3394392" y="-2020"/>
                  <a:pt x="3658948" y="0"/>
                </a:cubicBezTo>
                <a:cubicBezTo>
                  <a:pt x="3923504" y="2020"/>
                  <a:pt x="4079358" y="31288"/>
                  <a:pt x="4351931" y="0"/>
                </a:cubicBezTo>
                <a:cubicBezTo>
                  <a:pt x="4624504" y="-31288"/>
                  <a:pt x="4748660" y="9721"/>
                  <a:pt x="4934036" y="0"/>
                </a:cubicBezTo>
                <a:cubicBezTo>
                  <a:pt x="5119412" y="-9721"/>
                  <a:pt x="5292346" y="9463"/>
                  <a:pt x="5543861" y="0"/>
                </a:cubicBezTo>
                <a:cubicBezTo>
                  <a:pt x="5555244" y="199967"/>
                  <a:pt x="5535507" y="360564"/>
                  <a:pt x="5543861" y="616254"/>
                </a:cubicBezTo>
                <a:cubicBezTo>
                  <a:pt x="5552215" y="871944"/>
                  <a:pt x="5540868" y="1112113"/>
                  <a:pt x="5543861" y="1293457"/>
                </a:cubicBezTo>
                <a:cubicBezTo>
                  <a:pt x="5546854" y="1474801"/>
                  <a:pt x="5554411" y="1668815"/>
                  <a:pt x="5543861" y="2031608"/>
                </a:cubicBezTo>
                <a:cubicBezTo>
                  <a:pt x="5192512" y="2043845"/>
                  <a:pt x="5009165" y="2008179"/>
                  <a:pt x="4740001" y="2031608"/>
                </a:cubicBezTo>
                <a:cubicBezTo>
                  <a:pt x="4470837" y="2055037"/>
                  <a:pt x="4266015" y="2019513"/>
                  <a:pt x="3991580" y="2031608"/>
                </a:cubicBezTo>
                <a:cubicBezTo>
                  <a:pt x="3717145" y="2043703"/>
                  <a:pt x="3487398" y="2054883"/>
                  <a:pt x="3243159" y="2031608"/>
                </a:cubicBezTo>
                <a:cubicBezTo>
                  <a:pt x="2998920" y="2008333"/>
                  <a:pt x="2859996" y="2017027"/>
                  <a:pt x="2716492" y="2031608"/>
                </a:cubicBezTo>
                <a:cubicBezTo>
                  <a:pt x="2572988" y="2046189"/>
                  <a:pt x="2125145" y="1993543"/>
                  <a:pt x="1912632" y="2031608"/>
                </a:cubicBezTo>
                <a:cubicBezTo>
                  <a:pt x="1700119" y="2069673"/>
                  <a:pt x="1452047" y="2053218"/>
                  <a:pt x="1330527" y="2031608"/>
                </a:cubicBezTo>
                <a:cubicBezTo>
                  <a:pt x="1209008" y="2009998"/>
                  <a:pt x="1018702" y="2030959"/>
                  <a:pt x="803860" y="2031608"/>
                </a:cubicBezTo>
                <a:cubicBezTo>
                  <a:pt x="589018" y="2032257"/>
                  <a:pt x="168201" y="2000201"/>
                  <a:pt x="0" y="2031608"/>
                </a:cubicBezTo>
                <a:cubicBezTo>
                  <a:pt x="19948" y="1849500"/>
                  <a:pt x="25857" y="1661863"/>
                  <a:pt x="0" y="1395037"/>
                </a:cubicBezTo>
                <a:cubicBezTo>
                  <a:pt x="-25857" y="1128211"/>
                  <a:pt x="26966" y="954565"/>
                  <a:pt x="0" y="738151"/>
                </a:cubicBezTo>
                <a:cubicBezTo>
                  <a:pt x="-26966" y="521737"/>
                  <a:pt x="-12143" y="295999"/>
                  <a:pt x="0" y="0"/>
                </a:cubicBezTo>
                <a:close/>
              </a:path>
              <a:path w="5543861" h="2031608"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70791" y="148889"/>
                  <a:pt x="5525477" y="446082"/>
                  <a:pt x="5543861" y="636571"/>
                </a:cubicBezTo>
                <a:cubicBezTo>
                  <a:pt x="5562245" y="827060"/>
                  <a:pt x="5522780" y="1045422"/>
                  <a:pt x="5543861" y="1293457"/>
                </a:cubicBezTo>
                <a:cubicBezTo>
                  <a:pt x="5564942" y="1541492"/>
                  <a:pt x="5513454" y="1862885"/>
                  <a:pt x="5543861" y="2031608"/>
                </a:cubicBezTo>
                <a:cubicBezTo>
                  <a:pt x="5408344" y="2028272"/>
                  <a:pt x="5151979" y="2032588"/>
                  <a:pt x="5017194" y="2031608"/>
                </a:cubicBezTo>
                <a:cubicBezTo>
                  <a:pt x="4882409" y="2030628"/>
                  <a:pt x="4553807" y="2000485"/>
                  <a:pt x="4268773" y="2031608"/>
                </a:cubicBezTo>
                <a:cubicBezTo>
                  <a:pt x="3983739" y="2062731"/>
                  <a:pt x="3867630" y="2059004"/>
                  <a:pt x="3686668" y="2031608"/>
                </a:cubicBezTo>
                <a:cubicBezTo>
                  <a:pt x="3505706" y="2004212"/>
                  <a:pt x="3110970" y="2058227"/>
                  <a:pt x="2882808" y="2031608"/>
                </a:cubicBezTo>
                <a:cubicBezTo>
                  <a:pt x="2654646" y="2004989"/>
                  <a:pt x="2443208" y="2056191"/>
                  <a:pt x="2189825" y="2031608"/>
                </a:cubicBezTo>
                <a:cubicBezTo>
                  <a:pt x="1936442" y="2007025"/>
                  <a:pt x="1588724" y="2052580"/>
                  <a:pt x="1385965" y="2031608"/>
                </a:cubicBezTo>
                <a:cubicBezTo>
                  <a:pt x="1183206" y="2010636"/>
                  <a:pt x="970045" y="2005434"/>
                  <a:pt x="637544" y="2031608"/>
                </a:cubicBezTo>
                <a:cubicBezTo>
                  <a:pt x="305043" y="2057782"/>
                  <a:pt x="271599" y="2046211"/>
                  <a:pt x="0" y="2031608"/>
                </a:cubicBezTo>
                <a:cubicBezTo>
                  <a:pt x="5840" y="1721859"/>
                  <a:pt x="1319" y="1532122"/>
                  <a:pt x="0" y="1395037"/>
                </a:cubicBezTo>
                <a:cubicBezTo>
                  <a:pt x="-1319" y="1257952"/>
                  <a:pt x="21739" y="996271"/>
                  <a:pt x="0" y="758467"/>
                </a:cubicBezTo>
                <a:cubicBezTo>
                  <a:pt x="-21739" y="520663"/>
                  <a:pt x="-25655" y="259004"/>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Description</a:t>
            </a:r>
            <a:r>
              <a:rPr lang="en-US" sz="1400" dirty="0">
                <a:solidFill>
                  <a:schemeClr val="bg1"/>
                </a:solidFill>
                <a:latin typeface="Franklin Gothic Book" panose="020B0503020102020204" pitchFamily="34" charset="0"/>
              </a:rPr>
              <a:t>– This encounter introduces a small, agile enemy, in addition to the boss monster chasing you, which adds more danger. The player gains access to melee weapon, while continuing to use the mechanics from the previous encounter to help in completion of this encounter.</a:t>
            </a:r>
          </a:p>
          <a:p>
            <a:endParaRPr lang="en-US" sz="1400" dirty="0">
              <a:solidFill>
                <a:schemeClr val="bg1"/>
              </a:solidFill>
              <a:latin typeface="Franklin Gothic Book" panose="020B0503020102020204" pitchFamily="34" charset="0"/>
            </a:endParaRPr>
          </a:p>
          <a:p>
            <a:r>
              <a:rPr lang="en-US" sz="1400" dirty="0">
                <a:solidFill>
                  <a:schemeClr val="bg1"/>
                </a:solidFill>
                <a:latin typeface="Franklin Gothic Demi" panose="020B0703020102020204" pitchFamily="34" charset="0"/>
              </a:rPr>
              <a:t>Setting – Power Plant Maintenance Hallways and Offices</a:t>
            </a:r>
          </a:p>
          <a:p>
            <a:endParaRPr lang="en-US" sz="1400" dirty="0">
              <a:solidFill>
                <a:schemeClr val="bg1"/>
              </a:solidFill>
              <a:latin typeface="Franklin Gothic Book" panose="020B0503020102020204" pitchFamily="34" charset="0"/>
            </a:endParaRPr>
          </a:p>
          <a:p>
            <a:r>
              <a:rPr lang="en-US" sz="1400" dirty="0">
                <a:solidFill>
                  <a:schemeClr val="bg1"/>
                </a:solidFill>
                <a:latin typeface="Franklin Gothic Demi" panose="020B0703020102020204" pitchFamily="34" charset="0"/>
              </a:rPr>
              <a:t>Mood – Urgency</a:t>
            </a:r>
            <a:endParaRPr lang="en-US" sz="1400" dirty="0">
              <a:solidFill>
                <a:schemeClr val="bg1"/>
              </a:solidFill>
              <a:latin typeface="Franklin Gothic Book" panose="020B0503020102020204" pitchFamily="34" charset="0"/>
            </a:endParaRPr>
          </a:p>
          <a:p>
            <a:endParaRPr lang="en-US" sz="1400" dirty="0">
              <a:solidFill>
                <a:schemeClr val="bg1"/>
              </a:solidFill>
              <a:latin typeface="Franklin Gothic Book" panose="020B0503020102020204" pitchFamily="34" charset="0"/>
            </a:endParaRPr>
          </a:p>
          <a:p>
            <a:endParaRPr lang="en-US" dirty="0">
              <a:solidFill>
                <a:schemeClr val="tx1"/>
              </a:solidFill>
              <a:latin typeface="Franklin Gothic Book" panose="020B0503020102020204" pitchFamily="34" charset="0"/>
            </a:endParaRPr>
          </a:p>
        </p:txBody>
      </p:sp>
      <p:sp>
        <p:nvSpPr>
          <p:cNvPr id="12" name="Rectangle 11">
            <a:extLst>
              <a:ext uri="{FF2B5EF4-FFF2-40B4-BE49-F238E27FC236}">
                <a16:creationId xmlns:a16="http://schemas.microsoft.com/office/drawing/2014/main" id="{B999015A-5D4C-BBD6-DD68-F60558E3ABEC}"/>
              </a:ext>
            </a:extLst>
          </p:cNvPr>
          <p:cNvSpPr/>
          <p:nvPr/>
        </p:nvSpPr>
        <p:spPr>
          <a:xfrm>
            <a:off x="196539" y="3137097"/>
            <a:ext cx="5543861" cy="1904608"/>
          </a:xfrm>
          <a:custGeom>
            <a:avLst/>
            <a:gdLst>
              <a:gd name="csX0" fmla="*/ 0 w 5543861"/>
              <a:gd name="csY0" fmla="*/ 0 h 1904608"/>
              <a:gd name="csX1" fmla="*/ 526667 w 5543861"/>
              <a:gd name="csY1" fmla="*/ 0 h 1904608"/>
              <a:gd name="csX2" fmla="*/ 1108772 w 5543861"/>
              <a:gd name="csY2" fmla="*/ 0 h 1904608"/>
              <a:gd name="csX3" fmla="*/ 1746316 w 5543861"/>
              <a:gd name="csY3" fmla="*/ 0 h 1904608"/>
              <a:gd name="csX4" fmla="*/ 2328422 w 5543861"/>
              <a:gd name="csY4" fmla="*/ 0 h 1904608"/>
              <a:gd name="csX5" fmla="*/ 2965966 w 5543861"/>
              <a:gd name="csY5" fmla="*/ 0 h 1904608"/>
              <a:gd name="csX6" fmla="*/ 3658948 w 5543861"/>
              <a:gd name="csY6" fmla="*/ 0 h 1904608"/>
              <a:gd name="csX7" fmla="*/ 4351931 w 5543861"/>
              <a:gd name="csY7" fmla="*/ 0 h 1904608"/>
              <a:gd name="csX8" fmla="*/ 4934036 w 5543861"/>
              <a:gd name="csY8" fmla="*/ 0 h 1904608"/>
              <a:gd name="csX9" fmla="*/ 5543861 w 5543861"/>
              <a:gd name="csY9" fmla="*/ 0 h 1904608"/>
              <a:gd name="csX10" fmla="*/ 5543861 w 5543861"/>
              <a:gd name="csY10" fmla="*/ 577731 h 1904608"/>
              <a:gd name="csX11" fmla="*/ 5543861 w 5543861"/>
              <a:gd name="csY11" fmla="*/ 1212600 h 1904608"/>
              <a:gd name="csX12" fmla="*/ 5543861 w 5543861"/>
              <a:gd name="csY12" fmla="*/ 1904608 h 1904608"/>
              <a:gd name="csX13" fmla="*/ 4740001 w 5543861"/>
              <a:gd name="csY13" fmla="*/ 1904608 h 1904608"/>
              <a:gd name="csX14" fmla="*/ 3991580 w 5543861"/>
              <a:gd name="csY14" fmla="*/ 1904608 h 1904608"/>
              <a:gd name="csX15" fmla="*/ 3243159 w 5543861"/>
              <a:gd name="csY15" fmla="*/ 1904608 h 1904608"/>
              <a:gd name="csX16" fmla="*/ 2716492 w 5543861"/>
              <a:gd name="csY16" fmla="*/ 1904608 h 1904608"/>
              <a:gd name="csX17" fmla="*/ 1912632 w 5543861"/>
              <a:gd name="csY17" fmla="*/ 1904608 h 1904608"/>
              <a:gd name="csX18" fmla="*/ 1330527 w 5543861"/>
              <a:gd name="csY18" fmla="*/ 1904608 h 1904608"/>
              <a:gd name="csX19" fmla="*/ 803860 w 5543861"/>
              <a:gd name="csY19" fmla="*/ 1904608 h 1904608"/>
              <a:gd name="csX20" fmla="*/ 0 w 5543861"/>
              <a:gd name="csY20" fmla="*/ 1904608 h 1904608"/>
              <a:gd name="csX21" fmla="*/ 0 w 5543861"/>
              <a:gd name="csY21" fmla="*/ 1307831 h 1904608"/>
              <a:gd name="csX22" fmla="*/ 0 w 5543861"/>
              <a:gd name="csY22" fmla="*/ 692008 h 1904608"/>
              <a:gd name="csX23" fmla="*/ 0 w 5543861"/>
              <a:gd name="csY23" fmla="*/ 0 h 1904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43861" h="1904608" fill="none" extrusionOk="0">
                <a:moveTo>
                  <a:pt x="0" y="0"/>
                </a:moveTo>
                <a:cubicBezTo>
                  <a:pt x="224315" y="-5668"/>
                  <a:pt x="340048" y="22795"/>
                  <a:pt x="526667" y="0"/>
                </a:cubicBezTo>
                <a:cubicBezTo>
                  <a:pt x="713286" y="-22795"/>
                  <a:pt x="927758" y="-4350"/>
                  <a:pt x="1108772" y="0"/>
                </a:cubicBezTo>
                <a:cubicBezTo>
                  <a:pt x="1289787" y="4350"/>
                  <a:pt x="1531914" y="-24420"/>
                  <a:pt x="1746316" y="0"/>
                </a:cubicBezTo>
                <a:cubicBezTo>
                  <a:pt x="1960718" y="24420"/>
                  <a:pt x="2144839" y="-26153"/>
                  <a:pt x="2328422" y="0"/>
                </a:cubicBezTo>
                <a:cubicBezTo>
                  <a:pt x="2512005" y="26153"/>
                  <a:pt x="2833914" y="1993"/>
                  <a:pt x="2965966" y="0"/>
                </a:cubicBezTo>
                <a:cubicBezTo>
                  <a:pt x="3098018" y="-1993"/>
                  <a:pt x="3394392" y="-2020"/>
                  <a:pt x="3658948" y="0"/>
                </a:cubicBezTo>
                <a:cubicBezTo>
                  <a:pt x="3923504" y="2020"/>
                  <a:pt x="4079358" y="31288"/>
                  <a:pt x="4351931" y="0"/>
                </a:cubicBezTo>
                <a:cubicBezTo>
                  <a:pt x="4624504" y="-31288"/>
                  <a:pt x="4748660" y="9721"/>
                  <a:pt x="4934036" y="0"/>
                </a:cubicBezTo>
                <a:cubicBezTo>
                  <a:pt x="5119412" y="-9721"/>
                  <a:pt x="5292346" y="9463"/>
                  <a:pt x="5543861" y="0"/>
                </a:cubicBezTo>
                <a:cubicBezTo>
                  <a:pt x="5516484" y="224530"/>
                  <a:pt x="5519319" y="347707"/>
                  <a:pt x="5543861" y="577731"/>
                </a:cubicBezTo>
                <a:cubicBezTo>
                  <a:pt x="5568403" y="807755"/>
                  <a:pt x="5551291" y="976674"/>
                  <a:pt x="5543861" y="1212600"/>
                </a:cubicBezTo>
                <a:cubicBezTo>
                  <a:pt x="5536431" y="1448526"/>
                  <a:pt x="5519769" y="1708970"/>
                  <a:pt x="5543861" y="1904608"/>
                </a:cubicBezTo>
                <a:cubicBezTo>
                  <a:pt x="5192512" y="1916845"/>
                  <a:pt x="5009165" y="1881179"/>
                  <a:pt x="4740001" y="1904608"/>
                </a:cubicBezTo>
                <a:cubicBezTo>
                  <a:pt x="4470837" y="1928037"/>
                  <a:pt x="4266015" y="1892513"/>
                  <a:pt x="3991580" y="1904608"/>
                </a:cubicBezTo>
                <a:cubicBezTo>
                  <a:pt x="3717145" y="1916703"/>
                  <a:pt x="3487398" y="1927883"/>
                  <a:pt x="3243159" y="1904608"/>
                </a:cubicBezTo>
                <a:cubicBezTo>
                  <a:pt x="2998920" y="1881333"/>
                  <a:pt x="2859996" y="1890027"/>
                  <a:pt x="2716492" y="1904608"/>
                </a:cubicBezTo>
                <a:cubicBezTo>
                  <a:pt x="2572988" y="1919189"/>
                  <a:pt x="2125145" y="1866543"/>
                  <a:pt x="1912632" y="1904608"/>
                </a:cubicBezTo>
                <a:cubicBezTo>
                  <a:pt x="1700119" y="1942673"/>
                  <a:pt x="1452047" y="1926218"/>
                  <a:pt x="1330527" y="1904608"/>
                </a:cubicBezTo>
                <a:cubicBezTo>
                  <a:pt x="1209008" y="1882998"/>
                  <a:pt x="1018702" y="1903959"/>
                  <a:pt x="803860" y="1904608"/>
                </a:cubicBezTo>
                <a:cubicBezTo>
                  <a:pt x="589018" y="1905257"/>
                  <a:pt x="168201" y="1873201"/>
                  <a:pt x="0" y="1904608"/>
                </a:cubicBezTo>
                <a:cubicBezTo>
                  <a:pt x="23326" y="1698168"/>
                  <a:pt x="-10427" y="1565372"/>
                  <a:pt x="0" y="1307831"/>
                </a:cubicBezTo>
                <a:cubicBezTo>
                  <a:pt x="10427" y="1050290"/>
                  <a:pt x="27445" y="817613"/>
                  <a:pt x="0" y="692008"/>
                </a:cubicBezTo>
                <a:cubicBezTo>
                  <a:pt x="-27445" y="566403"/>
                  <a:pt x="930" y="226315"/>
                  <a:pt x="0" y="0"/>
                </a:cubicBezTo>
                <a:close/>
              </a:path>
              <a:path w="5543861" h="1904608"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52195" y="278903"/>
                  <a:pt x="5542160" y="413641"/>
                  <a:pt x="5543861" y="596777"/>
                </a:cubicBezTo>
                <a:cubicBezTo>
                  <a:pt x="5545562" y="779913"/>
                  <a:pt x="5540358" y="1014966"/>
                  <a:pt x="5543861" y="1212600"/>
                </a:cubicBezTo>
                <a:cubicBezTo>
                  <a:pt x="5547364" y="1410234"/>
                  <a:pt x="5513770" y="1759774"/>
                  <a:pt x="5543861" y="1904608"/>
                </a:cubicBezTo>
                <a:cubicBezTo>
                  <a:pt x="5408344" y="1901272"/>
                  <a:pt x="5151979" y="1905588"/>
                  <a:pt x="5017194" y="1904608"/>
                </a:cubicBezTo>
                <a:cubicBezTo>
                  <a:pt x="4882409" y="1903628"/>
                  <a:pt x="4553807" y="1873485"/>
                  <a:pt x="4268773" y="1904608"/>
                </a:cubicBezTo>
                <a:cubicBezTo>
                  <a:pt x="3983739" y="1935731"/>
                  <a:pt x="3867630" y="1932004"/>
                  <a:pt x="3686668" y="1904608"/>
                </a:cubicBezTo>
                <a:cubicBezTo>
                  <a:pt x="3505706" y="1877212"/>
                  <a:pt x="3110970" y="1931227"/>
                  <a:pt x="2882808" y="1904608"/>
                </a:cubicBezTo>
                <a:cubicBezTo>
                  <a:pt x="2654646" y="1877989"/>
                  <a:pt x="2443208" y="1929191"/>
                  <a:pt x="2189825" y="1904608"/>
                </a:cubicBezTo>
                <a:cubicBezTo>
                  <a:pt x="1936442" y="1880025"/>
                  <a:pt x="1588724" y="1925580"/>
                  <a:pt x="1385965" y="1904608"/>
                </a:cubicBezTo>
                <a:cubicBezTo>
                  <a:pt x="1183206" y="1883636"/>
                  <a:pt x="970045" y="1878434"/>
                  <a:pt x="637544" y="1904608"/>
                </a:cubicBezTo>
                <a:cubicBezTo>
                  <a:pt x="305043" y="1930782"/>
                  <a:pt x="271599" y="1919211"/>
                  <a:pt x="0" y="1904608"/>
                </a:cubicBezTo>
                <a:cubicBezTo>
                  <a:pt x="5784" y="1675831"/>
                  <a:pt x="-5071" y="1578449"/>
                  <a:pt x="0" y="1307831"/>
                </a:cubicBezTo>
                <a:cubicBezTo>
                  <a:pt x="5071" y="1037213"/>
                  <a:pt x="17939" y="951944"/>
                  <a:pt x="0" y="711054"/>
                </a:cubicBezTo>
                <a:cubicBezTo>
                  <a:pt x="-17939" y="470164"/>
                  <a:pt x="34259" y="185498"/>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Player Abilities Required </a:t>
            </a:r>
            <a:r>
              <a:rPr lang="en-US" sz="1400" dirty="0">
                <a:solidFill>
                  <a:schemeClr val="bg1"/>
                </a:solidFill>
                <a:latin typeface="Franklin Gothic Book" panose="020B0503020102020204" pitchFamily="34" charset="0"/>
              </a:rPr>
              <a:t>– Flashlight, Crouching, Batteries to replenish Flashlight, some sprinting, key pickups,  melee weapons.</a:t>
            </a:r>
          </a:p>
          <a:p>
            <a:endParaRPr lang="en-US" sz="1400" dirty="0">
              <a:solidFill>
                <a:schemeClr val="bg1"/>
              </a:solidFill>
              <a:latin typeface="Franklin Gothic Book" panose="020B0503020102020204" pitchFamily="34" charset="0"/>
            </a:endParaRPr>
          </a:p>
          <a:p>
            <a:r>
              <a:rPr lang="en-US" sz="1400" dirty="0">
                <a:solidFill>
                  <a:schemeClr val="bg1"/>
                </a:solidFill>
                <a:latin typeface="Franklin Gothic Demi" panose="020B0703020102020204" pitchFamily="34" charset="0"/>
              </a:rPr>
              <a:t>Pacing</a:t>
            </a:r>
            <a:r>
              <a:rPr lang="en-US" sz="1400" dirty="0">
                <a:solidFill>
                  <a:schemeClr val="bg1"/>
                </a:solidFill>
                <a:latin typeface="Franklin Gothic Book" panose="020B0503020102020204" pitchFamily="34" charset="0"/>
              </a:rPr>
              <a:t> – Medium pacing. Faster paced than previous encounter.</a:t>
            </a:r>
          </a:p>
          <a:p>
            <a:endParaRPr lang="en-US" dirty="0">
              <a:solidFill>
                <a:schemeClr val="tx1"/>
              </a:solidFill>
              <a:latin typeface="Franklin Gothic Book" panose="020B0503020102020204" pitchFamily="34" charset="0"/>
            </a:endParaRPr>
          </a:p>
        </p:txBody>
      </p:sp>
      <p:sp>
        <p:nvSpPr>
          <p:cNvPr id="13" name="Rectangle 12">
            <a:extLst>
              <a:ext uri="{FF2B5EF4-FFF2-40B4-BE49-F238E27FC236}">
                <a16:creationId xmlns:a16="http://schemas.microsoft.com/office/drawing/2014/main" id="{A03734B4-5208-E892-B419-9F589F363D48}"/>
              </a:ext>
            </a:extLst>
          </p:cNvPr>
          <p:cNvSpPr/>
          <p:nvPr/>
        </p:nvSpPr>
        <p:spPr>
          <a:xfrm>
            <a:off x="196539" y="5194300"/>
            <a:ext cx="5543861" cy="1473200"/>
          </a:xfrm>
          <a:custGeom>
            <a:avLst/>
            <a:gdLst>
              <a:gd name="csX0" fmla="*/ 0 w 5543861"/>
              <a:gd name="csY0" fmla="*/ 0 h 1473200"/>
              <a:gd name="csX1" fmla="*/ 526667 w 5543861"/>
              <a:gd name="csY1" fmla="*/ 0 h 1473200"/>
              <a:gd name="csX2" fmla="*/ 1108772 w 5543861"/>
              <a:gd name="csY2" fmla="*/ 0 h 1473200"/>
              <a:gd name="csX3" fmla="*/ 1746316 w 5543861"/>
              <a:gd name="csY3" fmla="*/ 0 h 1473200"/>
              <a:gd name="csX4" fmla="*/ 2328422 w 5543861"/>
              <a:gd name="csY4" fmla="*/ 0 h 1473200"/>
              <a:gd name="csX5" fmla="*/ 2965966 w 5543861"/>
              <a:gd name="csY5" fmla="*/ 0 h 1473200"/>
              <a:gd name="csX6" fmla="*/ 3658948 w 5543861"/>
              <a:gd name="csY6" fmla="*/ 0 h 1473200"/>
              <a:gd name="csX7" fmla="*/ 4351931 w 5543861"/>
              <a:gd name="csY7" fmla="*/ 0 h 1473200"/>
              <a:gd name="csX8" fmla="*/ 4934036 w 5543861"/>
              <a:gd name="csY8" fmla="*/ 0 h 1473200"/>
              <a:gd name="csX9" fmla="*/ 5543861 w 5543861"/>
              <a:gd name="csY9" fmla="*/ 0 h 1473200"/>
              <a:gd name="csX10" fmla="*/ 5543861 w 5543861"/>
              <a:gd name="csY10" fmla="*/ 446871 h 1473200"/>
              <a:gd name="csX11" fmla="*/ 5543861 w 5543861"/>
              <a:gd name="csY11" fmla="*/ 937937 h 1473200"/>
              <a:gd name="csX12" fmla="*/ 5543861 w 5543861"/>
              <a:gd name="csY12" fmla="*/ 1473200 h 1473200"/>
              <a:gd name="csX13" fmla="*/ 4740001 w 5543861"/>
              <a:gd name="csY13" fmla="*/ 1473200 h 1473200"/>
              <a:gd name="csX14" fmla="*/ 3991580 w 5543861"/>
              <a:gd name="csY14" fmla="*/ 1473200 h 1473200"/>
              <a:gd name="csX15" fmla="*/ 3243159 w 5543861"/>
              <a:gd name="csY15" fmla="*/ 1473200 h 1473200"/>
              <a:gd name="csX16" fmla="*/ 2716492 w 5543861"/>
              <a:gd name="csY16" fmla="*/ 1473200 h 1473200"/>
              <a:gd name="csX17" fmla="*/ 1912632 w 5543861"/>
              <a:gd name="csY17" fmla="*/ 1473200 h 1473200"/>
              <a:gd name="csX18" fmla="*/ 1330527 w 5543861"/>
              <a:gd name="csY18" fmla="*/ 1473200 h 1473200"/>
              <a:gd name="csX19" fmla="*/ 803860 w 5543861"/>
              <a:gd name="csY19" fmla="*/ 1473200 h 1473200"/>
              <a:gd name="csX20" fmla="*/ 0 w 5543861"/>
              <a:gd name="csY20" fmla="*/ 1473200 h 1473200"/>
              <a:gd name="csX21" fmla="*/ 0 w 5543861"/>
              <a:gd name="csY21" fmla="*/ 1011597 h 1473200"/>
              <a:gd name="csX22" fmla="*/ 0 w 5543861"/>
              <a:gd name="csY22" fmla="*/ 535263 h 1473200"/>
              <a:gd name="csX23" fmla="*/ 0 w 5543861"/>
              <a:gd name="csY23" fmla="*/ 0 h 1473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43861" h="1473200" fill="none" extrusionOk="0">
                <a:moveTo>
                  <a:pt x="0" y="0"/>
                </a:moveTo>
                <a:cubicBezTo>
                  <a:pt x="224315" y="-5668"/>
                  <a:pt x="340048" y="22795"/>
                  <a:pt x="526667" y="0"/>
                </a:cubicBezTo>
                <a:cubicBezTo>
                  <a:pt x="713286" y="-22795"/>
                  <a:pt x="927758" y="-4350"/>
                  <a:pt x="1108772" y="0"/>
                </a:cubicBezTo>
                <a:cubicBezTo>
                  <a:pt x="1289787" y="4350"/>
                  <a:pt x="1531914" y="-24420"/>
                  <a:pt x="1746316" y="0"/>
                </a:cubicBezTo>
                <a:cubicBezTo>
                  <a:pt x="1960718" y="24420"/>
                  <a:pt x="2144839" y="-26153"/>
                  <a:pt x="2328422" y="0"/>
                </a:cubicBezTo>
                <a:cubicBezTo>
                  <a:pt x="2512005" y="26153"/>
                  <a:pt x="2833914" y="1993"/>
                  <a:pt x="2965966" y="0"/>
                </a:cubicBezTo>
                <a:cubicBezTo>
                  <a:pt x="3098018" y="-1993"/>
                  <a:pt x="3394392" y="-2020"/>
                  <a:pt x="3658948" y="0"/>
                </a:cubicBezTo>
                <a:cubicBezTo>
                  <a:pt x="3923504" y="2020"/>
                  <a:pt x="4079358" y="31288"/>
                  <a:pt x="4351931" y="0"/>
                </a:cubicBezTo>
                <a:cubicBezTo>
                  <a:pt x="4624504" y="-31288"/>
                  <a:pt x="4748660" y="9721"/>
                  <a:pt x="4934036" y="0"/>
                </a:cubicBezTo>
                <a:cubicBezTo>
                  <a:pt x="5119412" y="-9721"/>
                  <a:pt x="5292346" y="9463"/>
                  <a:pt x="5543861" y="0"/>
                </a:cubicBezTo>
                <a:cubicBezTo>
                  <a:pt x="5562456" y="112734"/>
                  <a:pt x="5522857" y="346399"/>
                  <a:pt x="5543861" y="446871"/>
                </a:cubicBezTo>
                <a:cubicBezTo>
                  <a:pt x="5564865" y="547343"/>
                  <a:pt x="5526150" y="719725"/>
                  <a:pt x="5543861" y="937937"/>
                </a:cubicBezTo>
                <a:cubicBezTo>
                  <a:pt x="5561572" y="1156149"/>
                  <a:pt x="5553436" y="1286132"/>
                  <a:pt x="5543861" y="1473200"/>
                </a:cubicBezTo>
                <a:cubicBezTo>
                  <a:pt x="5192512" y="1485437"/>
                  <a:pt x="5009165" y="1449771"/>
                  <a:pt x="4740001" y="1473200"/>
                </a:cubicBezTo>
                <a:cubicBezTo>
                  <a:pt x="4470837" y="1496629"/>
                  <a:pt x="4266015" y="1461105"/>
                  <a:pt x="3991580" y="1473200"/>
                </a:cubicBezTo>
                <a:cubicBezTo>
                  <a:pt x="3717145" y="1485295"/>
                  <a:pt x="3487398" y="1496475"/>
                  <a:pt x="3243159" y="1473200"/>
                </a:cubicBezTo>
                <a:cubicBezTo>
                  <a:pt x="2998920" y="1449925"/>
                  <a:pt x="2859996" y="1458619"/>
                  <a:pt x="2716492" y="1473200"/>
                </a:cubicBezTo>
                <a:cubicBezTo>
                  <a:pt x="2572988" y="1487781"/>
                  <a:pt x="2125145" y="1435135"/>
                  <a:pt x="1912632" y="1473200"/>
                </a:cubicBezTo>
                <a:cubicBezTo>
                  <a:pt x="1700119" y="1511265"/>
                  <a:pt x="1452047" y="1494810"/>
                  <a:pt x="1330527" y="1473200"/>
                </a:cubicBezTo>
                <a:cubicBezTo>
                  <a:pt x="1209008" y="1451590"/>
                  <a:pt x="1018702" y="1472551"/>
                  <a:pt x="803860" y="1473200"/>
                </a:cubicBezTo>
                <a:cubicBezTo>
                  <a:pt x="589018" y="1473849"/>
                  <a:pt x="168201" y="1441793"/>
                  <a:pt x="0" y="1473200"/>
                </a:cubicBezTo>
                <a:cubicBezTo>
                  <a:pt x="17558" y="1301806"/>
                  <a:pt x="20040" y="1185446"/>
                  <a:pt x="0" y="1011597"/>
                </a:cubicBezTo>
                <a:cubicBezTo>
                  <a:pt x="-20040" y="837748"/>
                  <a:pt x="9229" y="676968"/>
                  <a:pt x="0" y="535263"/>
                </a:cubicBezTo>
                <a:cubicBezTo>
                  <a:pt x="-9229" y="393558"/>
                  <a:pt x="10714" y="135162"/>
                  <a:pt x="0" y="0"/>
                </a:cubicBezTo>
                <a:close/>
              </a:path>
              <a:path w="5543861" h="1473200"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31342" y="170832"/>
                  <a:pt x="5560788" y="231327"/>
                  <a:pt x="5543861" y="461603"/>
                </a:cubicBezTo>
                <a:cubicBezTo>
                  <a:pt x="5526934" y="691879"/>
                  <a:pt x="5545150" y="836892"/>
                  <a:pt x="5543861" y="937937"/>
                </a:cubicBezTo>
                <a:cubicBezTo>
                  <a:pt x="5542572" y="1038982"/>
                  <a:pt x="5548347" y="1225379"/>
                  <a:pt x="5543861" y="1473200"/>
                </a:cubicBezTo>
                <a:cubicBezTo>
                  <a:pt x="5408344" y="1469864"/>
                  <a:pt x="5151979" y="1474180"/>
                  <a:pt x="5017194" y="1473200"/>
                </a:cubicBezTo>
                <a:cubicBezTo>
                  <a:pt x="4882409" y="1472220"/>
                  <a:pt x="4553807" y="1442077"/>
                  <a:pt x="4268773" y="1473200"/>
                </a:cubicBezTo>
                <a:cubicBezTo>
                  <a:pt x="3983739" y="1504323"/>
                  <a:pt x="3867630" y="1500596"/>
                  <a:pt x="3686668" y="1473200"/>
                </a:cubicBezTo>
                <a:cubicBezTo>
                  <a:pt x="3505706" y="1445804"/>
                  <a:pt x="3110970" y="1499819"/>
                  <a:pt x="2882808" y="1473200"/>
                </a:cubicBezTo>
                <a:cubicBezTo>
                  <a:pt x="2654646" y="1446581"/>
                  <a:pt x="2443208" y="1497783"/>
                  <a:pt x="2189825" y="1473200"/>
                </a:cubicBezTo>
                <a:cubicBezTo>
                  <a:pt x="1936442" y="1448617"/>
                  <a:pt x="1588724" y="1494172"/>
                  <a:pt x="1385965" y="1473200"/>
                </a:cubicBezTo>
                <a:cubicBezTo>
                  <a:pt x="1183206" y="1452228"/>
                  <a:pt x="970045" y="1447026"/>
                  <a:pt x="637544" y="1473200"/>
                </a:cubicBezTo>
                <a:cubicBezTo>
                  <a:pt x="305043" y="1499374"/>
                  <a:pt x="271599" y="1487803"/>
                  <a:pt x="0" y="1473200"/>
                </a:cubicBezTo>
                <a:cubicBezTo>
                  <a:pt x="-2381" y="1271387"/>
                  <a:pt x="5019" y="1150447"/>
                  <a:pt x="0" y="1011597"/>
                </a:cubicBezTo>
                <a:cubicBezTo>
                  <a:pt x="-5019" y="872747"/>
                  <a:pt x="10323" y="754990"/>
                  <a:pt x="0" y="549995"/>
                </a:cubicBezTo>
                <a:cubicBezTo>
                  <a:pt x="-10323" y="345000"/>
                  <a:pt x="27329" y="118107"/>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Cinematics</a:t>
            </a:r>
            <a:r>
              <a:rPr lang="en-US" sz="1400" dirty="0">
                <a:solidFill>
                  <a:schemeClr val="bg1"/>
                </a:solidFill>
                <a:latin typeface="Franklin Gothic Book" panose="020B0503020102020204" pitchFamily="34" charset="0"/>
              </a:rPr>
              <a:t> –</a:t>
            </a:r>
          </a:p>
          <a:p>
            <a:endParaRPr lang="en-US" sz="1400" dirty="0">
              <a:solidFill>
                <a:schemeClr val="bg1"/>
              </a:solidFill>
              <a:latin typeface="Franklin Gothic Book" panose="020B0503020102020204" pitchFamily="34" charset="0"/>
            </a:endParaRP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Opening Cinematic - player waking up in factory.</a:t>
            </a: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Ending Encounter Cinematic - Player barely escapes boss monster through crawling in vent.</a:t>
            </a:r>
          </a:p>
          <a:p>
            <a:endParaRPr lang="en-US" sz="1400" dirty="0">
              <a:solidFill>
                <a:schemeClr val="bg1"/>
              </a:solidFill>
              <a:latin typeface="Franklin Gothic Book" panose="020B0503020102020204" pitchFamily="34" charset="0"/>
            </a:endParaRPr>
          </a:p>
          <a:p>
            <a:endParaRPr lang="en-US" sz="1400" dirty="0">
              <a:solidFill>
                <a:schemeClr val="bg1"/>
              </a:solidFill>
              <a:latin typeface="Franklin Gothic Book" panose="020B0503020102020204" pitchFamily="34" charset="0"/>
            </a:endParaRPr>
          </a:p>
          <a:p>
            <a:endParaRPr lang="en-US" dirty="0">
              <a:solidFill>
                <a:schemeClr val="tx1"/>
              </a:solidFill>
              <a:latin typeface="Franklin Gothic Book" panose="020B0503020102020204" pitchFamily="34" charset="0"/>
            </a:endParaRPr>
          </a:p>
        </p:txBody>
      </p:sp>
      <p:pic>
        <p:nvPicPr>
          <p:cNvPr id="17" name="Picture 16">
            <a:extLst>
              <a:ext uri="{FF2B5EF4-FFF2-40B4-BE49-F238E27FC236}">
                <a16:creationId xmlns:a16="http://schemas.microsoft.com/office/drawing/2014/main" id="{3FF8FFF3-965D-333B-8B57-79768CDFC6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50784" y="31145"/>
            <a:ext cx="738824" cy="738824"/>
          </a:xfrm>
          <a:prstGeom prst="rect">
            <a:avLst/>
          </a:prstGeom>
        </p:spPr>
      </p:pic>
      <p:pic>
        <p:nvPicPr>
          <p:cNvPr id="18" name="Picture 17">
            <a:extLst>
              <a:ext uri="{FF2B5EF4-FFF2-40B4-BE49-F238E27FC236}">
                <a16:creationId xmlns:a16="http://schemas.microsoft.com/office/drawing/2014/main" id="{B3033FFE-7D49-F1C5-9009-6AF883FC39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7553" y="-242906"/>
            <a:ext cx="1252260" cy="1252260"/>
          </a:xfrm>
          <a:prstGeom prst="rect">
            <a:avLst/>
          </a:prstGeom>
        </p:spPr>
      </p:pic>
      <p:sp>
        <p:nvSpPr>
          <p:cNvPr id="19" name="Star: 5 Points 18">
            <a:extLst>
              <a:ext uri="{FF2B5EF4-FFF2-40B4-BE49-F238E27FC236}">
                <a16:creationId xmlns:a16="http://schemas.microsoft.com/office/drawing/2014/main" id="{E0825F25-D4C2-F1CC-3CC7-A18CA98EDB54}"/>
              </a:ext>
            </a:extLst>
          </p:cNvPr>
          <p:cNvSpPr/>
          <p:nvPr/>
        </p:nvSpPr>
        <p:spPr>
          <a:xfrm>
            <a:off x="9546139" y="122524"/>
            <a:ext cx="499162" cy="460315"/>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Star: 5 Points 19">
            <a:extLst>
              <a:ext uri="{FF2B5EF4-FFF2-40B4-BE49-F238E27FC236}">
                <a16:creationId xmlns:a16="http://schemas.microsoft.com/office/drawing/2014/main" id="{317C42FA-66EB-E5C6-1381-52964AC1189F}"/>
              </a:ext>
            </a:extLst>
          </p:cNvPr>
          <p:cNvSpPr/>
          <p:nvPr/>
        </p:nvSpPr>
        <p:spPr>
          <a:xfrm>
            <a:off x="10151622" y="122524"/>
            <a:ext cx="499162" cy="460315"/>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a:extLst>
              <a:ext uri="{FF2B5EF4-FFF2-40B4-BE49-F238E27FC236}">
                <a16:creationId xmlns:a16="http://schemas.microsoft.com/office/drawing/2014/main" id="{4591DC16-0E70-BD69-64D9-C382498F9F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49581" y="-89616"/>
            <a:ext cx="884594" cy="884594"/>
          </a:xfrm>
          <a:prstGeom prst="rect">
            <a:avLst/>
          </a:prstGeom>
        </p:spPr>
      </p:pic>
      <p:sp>
        <p:nvSpPr>
          <p:cNvPr id="23" name="TextBox 22">
            <a:extLst>
              <a:ext uri="{FF2B5EF4-FFF2-40B4-BE49-F238E27FC236}">
                <a16:creationId xmlns:a16="http://schemas.microsoft.com/office/drawing/2014/main" id="{87988572-A769-6C47-B865-93B7F80AB339}"/>
              </a:ext>
            </a:extLst>
          </p:cNvPr>
          <p:cNvSpPr txBox="1"/>
          <p:nvPr/>
        </p:nvSpPr>
        <p:spPr>
          <a:xfrm>
            <a:off x="6608452" y="121614"/>
            <a:ext cx="884594" cy="523220"/>
          </a:xfrm>
          <a:prstGeom prst="rect">
            <a:avLst/>
          </a:prstGeom>
          <a:noFill/>
        </p:spPr>
        <p:txBody>
          <a:bodyPr wrap="square">
            <a:spAutoFit/>
          </a:bodyPr>
          <a:lstStyle/>
          <a:p>
            <a:pPr algn="l"/>
            <a:r>
              <a:rPr lang="en-US" sz="2800" b="1" dirty="0">
                <a:solidFill>
                  <a:schemeClr val="bg1"/>
                </a:solidFill>
                <a:latin typeface="Franklin Gothic Medium Cond" panose="020B0606030402020204" pitchFamily="34" charset="0"/>
              </a:rPr>
              <a:t>5:00</a:t>
            </a:r>
          </a:p>
        </p:txBody>
      </p:sp>
    </p:spTree>
    <p:extLst>
      <p:ext uri="{BB962C8B-B14F-4D97-AF65-F5344CB8AC3E}">
        <p14:creationId xmlns:p14="http://schemas.microsoft.com/office/powerpoint/2010/main" val="3303881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EEA88-0385-4115-C3BC-9F28A2F8FCC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EFA2236-A7E7-3826-D8F2-BA13C08F8193}"/>
              </a:ext>
            </a:extLst>
          </p:cNvPr>
          <p:cNvSpPr txBox="1">
            <a:spLocks/>
          </p:cNvSpPr>
          <p:nvPr/>
        </p:nvSpPr>
        <p:spPr>
          <a:xfrm>
            <a:off x="1" y="0"/>
            <a:ext cx="12192000" cy="749300"/>
          </a:xfrm>
          <a:prstGeom prst="rect">
            <a:avLst/>
          </a:prstGeom>
          <a:solidFill>
            <a:srgbClr val="481D08"/>
          </a:solidFill>
          <a:effectLst>
            <a:outerShdw blurRad="50800" dist="38100" dir="2700000" algn="tl" rotWithShape="0">
              <a:prstClr val="black">
                <a:alpha val="40000"/>
              </a:prstClr>
            </a:outerShdw>
          </a:effectLst>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chemeClr val="bg1"/>
                </a:solidFill>
                <a:latin typeface="Franklin Gothic Medium Cond" panose="020B0606030402020204" pitchFamily="34" charset="0"/>
              </a:rPr>
              <a:t>Encounter 3 – Final Boss Fight</a:t>
            </a:r>
          </a:p>
        </p:txBody>
      </p:sp>
      <p:sp>
        <p:nvSpPr>
          <p:cNvPr id="8" name="Rectangle 7">
            <a:extLst>
              <a:ext uri="{FF2B5EF4-FFF2-40B4-BE49-F238E27FC236}">
                <a16:creationId xmlns:a16="http://schemas.microsoft.com/office/drawing/2014/main" id="{0F1226C0-0707-C6FA-2A46-1379C84CC6BC}"/>
              </a:ext>
            </a:extLst>
          </p:cNvPr>
          <p:cNvSpPr/>
          <p:nvPr/>
        </p:nvSpPr>
        <p:spPr>
          <a:xfrm>
            <a:off x="196539" y="876692"/>
            <a:ext cx="5543861" cy="2107808"/>
          </a:xfrm>
          <a:custGeom>
            <a:avLst/>
            <a:gdLst>
              <a:gd name="csX0" fmla="*/ 0 w 5543861"/>
              <a:gd name="csY0" fmla="*/ 0 h 2107808"/>
              <a:gd name="csX1" fmla="*/ 803860 w 5543861"/>
              <a:gd name="csY1" fmla="*/ 0 h 2107808"/>
              <a:gd name="csX2" fmla="*/ 1385965 w 5543861"/>
              <a:gd name="csY2" fmla="*/ 0 h 2107808"/>
              <a:gd name="csX3" fmla="*/ 2023509 w 5543861"/>
              <a:gd name="csY3" fmla="*/ 0 h 2107808"/>
              <a:gd name="csX4" fmla="*/ 2716492 w 5543861"/>
              <a:gd name="csY4" fmla="*/ 0 h 2107808"/>
              <a:gd name="csX5" fmla="*/ 3409475 w 5543861"/>
              <a:gd name="csY5" fmla="*/ 0 h 2107808"/>
              <a:gd name="csX6" fmla="*/ 3991580 w 5543861"/>
              <a:gd name="csY6" fmla="*/ 0 h 2107808"/>
              <a:gd name="csX7" fmla="*/ 4795440 w 5543861"/>
              <a:gd name="csY7" fmla="*/ 0 h 2107808"/>
              <a:gd name="csX8" fmla="*/ 5543861 w 5543861"/>
              <a:gd name="csY8" fmla="*/ 0 h 2107808"/>
              <a:gd name="csX9" fmla="*/ 5543861 w 5543861"/>
              <a:gd name="csY9" fmla="*/ 548030 h 2107808"/>
              <a:gd name="csX10" fmla="*/ 5543861 w 5543861"/>
              <a:gd name="csY10" fmla="*/ 1096060 h 2107808"/>
              <a:gd name="csX11" fmla="*/ 5543861 w 5543861"/>
              <a:gd name="csY11" fmla="*/ 2107808 h 2107808"/>
              <a:gd name="csX12" fmla="*/ 4906317 w 5543861"/>
              <a:gd name="csY12" fmla="*/ 2107808 h 2107808"/>
              <a:gd name="csX13" fmla="*/ 4157896 w 5543861"/>
              <a:gd name="csY13" fmla="*/ 2107808 h 2107808"/>
              <a:gd name="csX14" fmla="*/ 3631229 w 5543861"/>
              <a:gd name="csY14" fmla="*/ 2107808 h 2107808"/>
              <a:gd name="csX15" fmla="*/ 2827369 w 5543861"/>
              <a:gd name="csY15" fmla="*/ 2107808 h 2107808"/>
              <a:gd name="csX16" fmla="*/ 2245264 w 5543861"/>
              <a:gd name="csY16" fmla="*/ 2107808 h 2107808"/>
              <a:gd name="csX17" fmla="*/ 1718597 w 5543861"/>
              <a:gd name="csY17" fmla="*/ 2107808 h 2107808"/>
              <a:gd name="csX18" fmla="*/ 914737 w 5543861"/>
              <a:gd name="csY18" fmla="*/ 2107808 h 2107808"/>
              <a:gd name="csX19" fmla="*/ 0 w 5543861"/>
              <a:gd name="csY19" fmla="*/ 2107808 h 2107808"/>
              <a:gd name="csX20" fmla="*/ 0 w 5543861"/>
              <a:gd name="csY20" fmla="*/ 1538700 h 2107808"/>
              <a:gd name="csX21" fmla="*/ 0 w 5543861"/>
              <a:gd name="csY21" fmla="*/ 969592 h 2107808"/>
              <a:gd name="csX22" fmla="*/ 0 w 5543861"/>
              <a:gd name="csY22" fmla="*/ 0 h 21078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5543861" h="2107808" fill="none" extrusionOk="0">
                <a:moveTo>
                  <a:pt x="0" y="0"/>
                </a:moveTo>
                <a:cubicBezTo>
                  <a:pt x="262802" y="-36225"/>
                  <a:pt x="459789" y="-19153"/>
                  <a:pt x="803860" y="0"/>
                </a:cubicBezTo>
                <a:cubicBezTo>
                  <a:pt x="1147931" y="19153"/>
                  <a:pt x="1203140" y="-23897"/>
                  <a:pt x="1385965" y="0"/>
                </a:cubicBezTo>
                <a:cubicBezTo>
                  <a:pt x="1568791" y="23897"/>
                  <a:pt x="1891457" y="1993"/>
                  <a:pt x="2023509" y="0"/>
                </a:cubicBezTo>
                <a:cubicBezTo>
                  <a:pt x="2155561" y="-1993"/>
                  <a:pt x="2447111" y="-3249"/>
                  <a:pt x="2716492" y="0"/>
                </a:cubicBezTo>
                <a:cubicBezTo>
                  <a:pt x="2985873" y="3249"/>
                  <a:pt x="3136902" y="31288"/>
                  <a:pt x="3409475" y="0"/>
                </a:cubicBezTo>
                <a:cubicBezTo>
                  <a:pt x="3682048" y="-31288"/>
                  <a:pt x="3806204" y="9721"/>
                  <a:pt x="3991580" y="0"/>
                </a:cubicBezTo>
                <a:cubicBezTo>
                  <a:pt x="4176956" y="-9721"/>
                  <a:pt x="4447298" y="22464"/>
                  <a:pt x="4795440" y="0"/>
                </a:cubicBezTo>
                <a:cubicBezTo>
                  <a:pt x="5143582" y="-22464"/>
                  <a:pt x="5386005" y="-3596"/>
                  <a:pt x="5543861" y="0"/>
                </a:cubicBezTo>
                <a:cubicBezTo>
                  <a:pt x="5563294" y="254026"/>
                  <a:pt x="5558611" y="308112"/>
                  <a:pt x="5543861" y="548030"/>
                </a:cubicBezTo>
                <a:cubicBezTo>
                  <a:pt x="5529112" y="787948"/>
                  <a:pt x="5534714" y="860295"/>
                  <a:pt x="5543861" y="1096060"/>
                </a:cubicBezTo>
                <a:cubicBezTo>
                  <a:pt x="5553009" y="1331825"/>
                  <a:pt x="5539368" y="1807948"/>
                  <a:pt x="5543861" y="2107808"/>
                </a:cubicBezTo>
                <a:cubicBezTo>
                  <a:pt x="5228900" y="2083864"/>
                  <a:pt x="5178978" y="2105024"/>
                  <a:pt x="4906317" y="2107808"/>
                </a:cubicBezTo>
                <a:cubicBezTo>
                  <a:pt x="4633656" y="2110592"/>
                  <a:pt x="4402135" y="2131083"/>
                  <a:pt x="4157896" y="2107808"/>
                </a:cubicBezTo>
                <a:cubicBezTo>
                  <a:pt x="3913657" y="2084533"/>
                  <a:pt x="3774733" y="2093227"/>
                  <a:pt x="3631229" y="2107808"/>
                </a:cubicBezTo>
                <a:cubicBezTo>
                  <a:pt x="3487725" y="2122389"/>
                  <a:pt x="3039882" y="2069743"/>
                  <a:pt x="2827369" y="2107808"/>
                </a:cubicBezTo>
                <a:cubicBezTo>
                  <a:pt x="2614856" y="2145873"/>
                  <a:pt x="2366784" y="2129418"/>
                  <a:pt x="2245264" y="2107808"/>
                </a:cubicBezTo>
                <a:cubicBezTo>
                  <a:pt x="2123745" y="2086198"/>
                  <a:pt x="1933439" y="2107159"/>
                  <a:pt x="1718597" y="2107808"/>
                </a:cubicBezTo>
                <a:cubicBezTo>
                  <a:pt x="1503755" y="2108457"/>
                  <a:pt x="1082938" y="2076401"/>
                  <a:pt x="914737" y="2107808"/>
                </a:cubicBezTo>
                <a:cubicBezTo>
                  <a:pt x="746536" y="2139215"/>
                  <a:pt x="402453" y="2098847"/>
                  <a:pt x="0" y="2107808"/>
                </a:cubicBezTo>
                <a:cubicBezTo>
                  <a:pt x="-24687" y="1851414"/>
                  <a:pt x="-14195" y="1719834"/>
                  <a:pt x="0" y="1538700"/>
                </a:cubicBezTo>
                <a:cubicBezTo>
                  <a:pt x="14195" y="1357566"/>
                  <a:pt x="-14837" y="1084652"/>
                  <a:pt x="0" y="969592"/>
                </a:cubicBezTo>
                <a:cubicBezTo>
                  <a:pt x="14837" y="854532"/>
                  <a:pt x="-46062" y="277399"/>
                  <a:pt x="0" y="0"/>
                </a:cubicBezTo>
                <a:close/>
              </a:path>
              <a:path w="5543861" h="2107808"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64490" y="185776"/>
                  <a:pt x="5557031" y="370920"/>
                  <a:pt x="5543861" y="484796"/>
                </a:cubicBezTo>
                <a:cubicBezTo>
                  <a:pt x="5530691" y="598672"/>
                  <a:pt x="5550866" y="790421"/>
                  <a:pt x="5543861" y="990670"/>
                </a:cubicBezTo>
                <a:cubicBezTo>
                  <a:pt x="5536856" y="1190919"/>
                  <a:pt x="5556489" y="1343491"/>
                  <a:pt x="5543861" y="1454388"/>
                </a:cubicBezTo>
                <a:cubicBezTo>
                  <a:pt x="5531233" y="1565285"/>
                  <a:pt x="5561567" y="1821072"/>
                  <a:pt x="5543861" y="2107808"/>
                </a:cubicBezTo>
                <a:cubicBezTo>
                  <a:pt x="5318732" y="2083136"/>
                  <a:pt x="5219794" y="2099543"/>
                  <a:pt x="4906317" y="2107808"/>
                </a:cubicBezTo>
                <a:cubicBezTo>
                  <a:pt x="4592840" y="2116073"/>
                  <a:pt x="4505174" y="2135204"/>
                  <a:pt x="4324212" y="2107808"/>
                </a:cubicBezTo>
                <a:cubicBezTo>
                  <a:pt x="4143250" y="2080412"/>
                  <a:pt x="3748514" y="2134427"/>
                  <a:pt x="3520352" y="2107808"/>
                </a:cubicBezTo>
                <a:cubicBezTo>
                  <a:pt x="3292190" y="2081189"/>
                  <a:pt x="3080752" y="2132391"/>
                  <a:pt x="2827369" y="2107808"/>
                </a:cubicBezTo>
                <a:cubicBezTo>
                  <a:pt x="2573986" y="2083225"/>
                  <a:pt x="2226268" y="2128780"/>
                  <a:pt x="2023509" y="2107808"/>
                </a:cubicBezTo>
                <a:cubicBezTo>
                  <a:pt x="1820750" y="2086836"/>
                  <a:pt x="1607589" y="2081634"/>
                  <a:pt x="1275088" y="2107808"/>
                </a:cubicBezTo>
                <a:cubicBezTo>
                  <a:pt x="942587" y="2133982"/>
                  <a:pt x="974871" y="2109416"/>
                  <a:pt x="748421" y="2107808"/>
                </a:cubicBezTo>
                <a:cubicBezTo>
                  <a:pt x="521971" y="2106200"/>
                  <a:pt x="331734" y="2071315"/>
                  <a:pt x="0" y="2107808"/>
                </a:cubicBezTo>
                <a:cubicBezTo>
                  <a:pt x="1827" y="1866681"/>
                  <a:pt x="6495" y="1680838"/>
                  <a:pt x="0" y="1559778"/>
                </a:cubicBezTo>
                <a:cubicBezTo>
                  <a:pt x="-6495" y="1438718"/>
                  <a:pt x="-16029" y="1234981"/>
                  <a:pt x="0" y="1011748"/>
                </a:cubicBezTo>
                <a:cubicBezTo>
                  <a:pt x="16029" y="788515"/>
                  <a:pt x="-1134" y="755503"/>
                  <a:pt x="0" y="548030"/>
                </a:cubicBezTo>
                <a:cubicBezTo>
                  <a:pt x="1134" y="340557"/>
                  <a:pt x="4069" y="256627"/>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Description</a:t>
            </a:r>
            <a:r>
              <a:rPr lang="en-US" sz="1400" dirty="0">
                <a:solidFill>
                  <a:schemeClr val="bg1"/>
                </a:solidFill>
                <a:latin typeface="Franklin Gothic Book" panose="020B0503020102020204" pitchFamily="34" charset="0"/>
              </a:rPr>
              <a:t>– The final encounter</a:t>
            </a:r>
          </a:p>
          <a:p>
            <a:endParaRPr lang="en-US" sz="1400" dirty="0">
              <a:solidFill>
                <a:schemeClr val="bg1"/>
              </a:solidFill>
              <a:latin typeface="Franklin Gothic Book" panose="020B0503020102020204" pitchFamily="34" charset="0"/>
            </a:endParaRPr>
          </a:p>
          <a:p>
            <a:r>
              <a:rPr lang="en-US" sz="1400" dirty="0">
                <a:solidFill>
                  <a:schemeClr val="bg1"/>
                </a:solidFill>
                <a:latin typeface="Franklin Gothic Demi" panose="020B0703020102020204" pitchFamily="34" charset="0"/>
              </a:rPr>
              <a:t>Setting – </a:t>
            </a:r>
            <a:r>
              <a:rPr lang="en-US" sz="1400" dirty="0">
                <a:solidFill>
                  <a:schemeClr val="bg1"/>
                </a:solidFill>
                <a:latin typeface="Franklin Gothic Book" panose="020B0503020102020204" pitchFamily="34" charset="0"/>
              </a:rPr>
              <a:t>Abandoned Power Plant Reactor Core</a:t>
            </a:r>
          </a:p>
          <a:p>
            <a:endParaRPr lang="en-US" sz="1400" dirty="0">
              <a:solidFill>
                <a:schemeClr val="bg1"/>
              </a:solidFill>
              <a:latin typeface="Franklin Gothic Book" panose="020B0503020102020204" pitchFamily="34" charset="0"/>
            </a:endParaRPr>
          </a:p>
          <a:p>
            <a:r>
              <a:rPr lang="en-US" sz="1400" dirty="0">
                <a:solidFill>
                  <a:schemeClr val="bg1"/>
                </a:solidFill>
                <a:latin typeface="Franklin Gothic Demi" panose="020B0703020102020204" pitchFamily="34" charset="0"/>
              </a:rPr>
              <a:t>Mood – </a:t>
            </a:r>
            <a:r>
              <a:rPr lang="en-US" sz="1400" dirty="0">
                <a:solidFill>
                  <a:schemeClr val="bg1"/>
                </a:solidFill>
                <a:latin typeface="Franklin Gothic Book" panose="020B0503020102020204" pitchFamily="34" charset="0"/>
              </a:rPr>
              <a:t>Determination</a:t>
            </a:r>
          </a:p>
          <a:p>
            <a:endParaRPr lang="en-US" sz="1400" dirty="0">
              <a:solidFill>
                <a:schemeClr val="bg1"/>
              </a:solidFill>
              <a:latin typeface="Franklin Gothic Book" panose="020B0503020102020204" pitchFamily="34" charset="0"/>
            </a:endParaRPr>
          </a:p>
          <a:p>
            <a:endParaRPr lang="en-US" dirty="0">
              <a:solidFill>
                <a:schemeClr val="tx1"/>
              </a:solidFill>
              <a:latin typeface="Franklin Gothic Book" panose="020B0503020102020204" pitchFamily="34" charset="0"/>
            </a:endParaRPr>
          </a:p>
        </p:txBody>
      </p:sp>
      <p:sp>
        <p:nvSpPr>
          <p:cNvPr id="9" name="Rectangle 8">
            <a:extLst>
              <a:ext uri="{FF2B5EF4-FFF2-40B4-BE49-F238E27FC236}">
                <a16:creationId xmlns:a16="http://schemas.microsoft.com/office/drawing/2014/main" id="{6A5092CE-6DD2-053C-4317-A544F622CCAF}"/>
              </a:ext>
            </a:extLst>
          </p:cNvPr>
          <p:cNvSpPr/>
          <p:nvPr/>
        </p:nvSpPr>
        <p:spPr>
          <a:xfrm>
            <a:off x="196539" y="3111108"/>
            <a:ext cx="5543861" cy="1904608"/>
          </a:xfrm>
          <a:custGeom>
            <a:avLst/>
            <a:gdLst>
              <a:gd name="csX0" fmla="*/ 0 w 5543861"/>
              <a:gd name="csY0" fmla="*/ 0 h 1904608"/>
              <a:gd name="csX1" fmla="*/ 526667 w 5543861"/>
              <a:gd name="csY1" fmla="*/ 0 h 1904608"/>
              <a:gd name="csX2" fmla="*/ 1108772 w 5543861"/>
              <a:gd name="csY2" fmla="*/ 0 h 1904608"/>
              <a:gd name="csX3" fmla="*/ 1746316 w 5543861"/>
              <a:gd name="csY3" fmla="*/ 0 h 1904608"/>
              <a:gd name="csX4" fmla="*/ 2328422 w 5543861"/>
              <a:gd name="csY4" fmla="*/ 0 h 1904608"/>
              <a:gd name="csX5" fmla="*/ 2965966 w 5543861"/>
              <a:gd name="csY5" fmla="*/ 0 h 1904608"/>
              <a:gd name="csX6" fmla="*/ 3658948 w 5543861"/>
              <a:gd name="csY6" fmla="*/ 0 h 1904608"/>
              <a:gd name="csX7" fmla="*/ 4351931 w 5543861"/>
              <a:gd name="csY7" fmla="*/ 0 h 1904608"/>
              <a:gd name="csX8" fmla="*/ 4934036 w 5543861"/>
              <a:gd name="csY8" fmla="*/ 0 h 1904608"/>
              <a:gd name="csX9" fmla="*/ 5543861 w 5543861"/>
              <a:gd name="csY9" fmla="*/ 0 h 1904608"/>
              <a:gd name="csX10" fmla="*/ 5543861 w 5543861"/>
              <a:gd name="csY10" fmla="*/ 577731 h 1904608"/>
              <a:gd name="csX11" fmla="*/ 5543861 w 5543861"/>
              <a:gd name="csY11" fmla="*/ 1212600 h 1904608"/>
              <a:gd name="csX12" fmla="*/ 5543861 w 5543861"/>
              <a:gd name="csY12" fmla="*/ 1904608 h 1904608"/>
              <a:gd name="csX13" fmla="*/ 4740001 w 5543861"/>
              <a:gd name="csY13" fmla="*/ 1904608 h 1904608"/>
              <a:gd name="csX14" fmla="*/ 3991580 w 5543861"/>
              <a:gd name="csY14" fmla="*/ 1904608 h 1904608"/>
              <a:gd name="csX15" fmla="*/ 3243159 w 5543861"/>
              <a:gd name="csY15" fmla="*/ 1904608 h 1904608"/>
              <a:gd name="csX16" fmla="*/ 2716492 w 5543861"/>
              <a:gd name="csY16" fmla="*/ 1904608 h 1904608"/>
              <a:gd name="csX17" fmla="*/ 1912632 w 5543861"/>
              <a:gd name="csY17" fmla="*/ 1904608 h 1904608"/>
              <a:gd name="csX18" fmla="*/ 1330527 w 5543861"/>
              <a:gd name="csY18" fmla="*/ 1904608 h 1904608"/>
              <a:gd name="csX19" fmla="*/ 803860 w 5543861"/>
              <a:gd name="csY19" fmla="*/ 1904608 h 1904608"/>
              <a:gd name="csX20" fmla="*/ 0 w 5543861"/>
              <a:gd name="csY20" fmla="*/ 1904608 h 1904608"/>
              <a:gd name="csX21" fmla="*/ 0 w 5543861"/>
              <a:gd name="csY21" fmla="*/ 1307831 h 1904608"/>
              <a:gd name="csX22" fmla="*/ 0 w 5543861"/>
              <a:gd name="csY22" fmla="*/ 692008 h 1904608"/>
              <a:gd name="csX23" fmla="*/ 0 w 5543861"/>
              <a:gd name="csY23" fmla="*/ 0 h 1904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43861" h="1904608" fill="none" extrusionOk="0">
                <a:moveTo>
                  <a:pt x="0" y="0"/>
                </a:moveTo>
                <a:cubicBezTo>
                  <a:pt x="224315" y="-5668"/>
                  <a:pt x="340048" y="22795"/>
                  <a:pt x="526667" y="0"/>
                </a:cubicBezTo>
                <a:cubicBezTo>
                  <a:pt x="713286" y="-22795"/>
                  <a:pt x="927758" y="-4350"/>
                  <a:pt x="1108772" y="0"/>
                </a:cubicBezTo>
                <a:cubicBezTo>
                  <a:pt x="1289787" y="4350"/>
                  <a:pt x="1531914" y="-24420"/>
                  <a:pt x="1746316" y="0"/>
                </a:cubicBezTo>
                <a:cubicBezTo>
                  <a:pt x="1960718" y="24420"/>
                  <a:pt x="2144839" y="-26153"/>
                  <a:pt x="2328422" y="0"/>
                </a:cubicBezTo>
                <a:cubicBezTo>
                  <a:pt x="2512005" y="26153"/>
                  <a:pt x="2833914" y="1993"/>
                  <a:pt x="2965966" y="0"/>
                </a:cubicBezTo>
                <a:cubicBezTo>
                  <a:pt x="3098018" y="-1993"/>
                  <a:pt x="3394392" y="-2020"/>
                  <a:pt x="3658948" y="0"/>
                </a:cubicBezTo>
                <a:cubicBezTo>
                  <a:pt x="3923504" y="2020"/>
                  <a:pt x="4079358" y="31288"/>
                  <a:pt x="4351931" y="0"/>
                </a:cubicBezTo>
                <a:cubicBezTo>
                  <a:pt x="4624504" y="-31288"/>
                  <a:pt x="4748660" y="9721"/>
                  <a:pt x="4934036" y="0"/>
                </a:cubicBezTo>
                <a:cubicBezTo>
                  <a:pt x="5119412" y="-9721"/>
                  <a:pt x="5292346" y="9463"/>
                  <a:pt x="5543861" y="0"/>
                </a:cubicBezTo>
                <a:cubicBezTo>
                  <a:pt x="5516484" y="224530"/>
                  <a:pt x="5519319" y="347707"/>
                  <a:pt x="5543861" y="577731"/>
                </a:cubicBezTo>
                <a:cubicBezTo>
                  <a:pt x="5568403" y="807755"/>
                  <a:pt x="5551291" y="976674"/>
                  <a:pt x="5543861" y="1212600"/>
                </a:cubicBezTo>
                <a:cubicBezTo>
                  <a:pt x="5536431" y="1448526"/>
                  <a:pt x="5519769" y="1708970"/>
                  <a:pt x="5543861" y="1904608"/>
                </a:cubicBezTo>
                <a:cubicBezTo>
                  <a:pt x="5192512" y="1916845"/>
                  <a:pt x="5009165" y="1881179"/>
                  <a:pt x="4740001" y="1904608"/>
                </a:cubicBezTo>
                <a:cubicBezTo>
                  <a:pt x="4470837" y="1928037"/>
                  <a:pt x="4266015" y="1892513"/>
                  <a:pt x="3991580" y="1904608"/>
                </a:cubicBezTo>
                <a:cubicBezTo>
                  <a:pt x="3717145" y="1916703"/>
                  <a:pt x="3487398" y="1927883"/>
                  <a:pt x="3243159" y="1904608"/>
                </a:cubicBezTo>
                <a:cubicBezTo>
                  <a:pt x="2998920" y="1881333"/>
                  <a:pt x="2859996" y="1890027"/>
                  <a:pt x="2716492" y="1904608"/>
                </a:cubicBezTo>
                <a:cubicBezTo>
                  <a:pt x="2572988" y="1919189"/>
                  <a:pt x="2125145" y="1866543"/>
                  <a:pt x="1912632" y="1904608"/>
                </a:cubicBezTo>
                <a:cubicBezTo>
                  <a:pt x="1700119" y="1942673"/>
                  <a:pt x="1452047" y="1926218"/>
                  <a:pt x="1330527" y="1904608"/>
                </a:cubicBezTo>
                <a:cubicBezTo>
                  <a:pt x="1209008" y="1882998"/>
                  <a:pt x="1018702" y="1903959"/>
                  <a:pt x="803860" y="1904608"/>
                </a:cubicBezTo>
                <a:cubicBezTo>
                  <a:pt x="589018" y="1905257"/>
                  <a:pt x="168201" y="1873201"/>
                  <a:pt x="0" y="1904608"/>
                </a:cubicBezTo>
                <a:cubicBezTo>
                  <a:pt x="23326" y="1698168"/>
                  <a:pt x="-10427" y="1565372"/>
                  <a:pt x="0" y="1307831"/>
                </a:cubicBezTo>
                <a:cubicBezTo>
                  <a:pt x="10427" y="1050290"/>
                  <a:pt x="27445" y="817613"/>
                  <a:pt x="0" y="692008"/>
                </a:cubicBezTo>
                <a:cubicBezTo>
                  <a:pt x="-27445" y="566403"/>
                  <a:pt x="930" y="226315"/>
                  <a:pt x="0" y="0"/>
                </a:cubicBezTo>
                <a:close/>
              </a:path>
              <a:path w="5543861" h="1904608"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52195" y="278903"/>
                  <a:pt x="5542160" y="413641"/>
                  <a:pt x="5543861" y="596777"/>
                </a:cubicBezTo>
                <a:cubicBezTo>
                  <a:pt x="5545562" y="779913"/>
                  <a:pt x="5540358" y="1014966"/>
                  <a:pt x="5543861" y="1212600"/>
                </a:cubicBezTo>
                <a:cubicBezTo>
                  <a:pt x="5547364" y="1410234"/>
                  <a:pt x="5513770" y="1759774"/>
                  <a:pt x="5543861" y="1904608"/>
                </a:cubicBezTo>
                <a:cubicBezTo>
                  <a:pt x="5408344" y="1901272"/>
                  <a:pt x="5151979" y="1905588"/>
                  <a:pt x="5017194" y="1904608"/>
                </a:cubicBezTo>
                <a:cubicBezTo>
                  <a:pt x="4882409" y="1903628"/>
                  <a:pt x="4553807" y="1873485"/>
                  <a:pt x="4268773" y="1904608"/>
                </a:cubicBezTo>
                <a:cubicBezTo>
                  <a:pt x="3983739" y="1935731"/>
                  <a:pt x="3867630" y="1932004"/>
                  <a:pt x="3686668" y="1904608"/>
                </a:cubicBezTo>
                <a:cubicBezTo>
                  <a:pt x="3505706" y="1877212"/>
                  <a:pt x="3110970" y="1931227"/>
                  <a:pt x="2882808" y="1904608"/>
                </a:cubicBezTo>
                <a:cubicBezTo>
                  <a:pt x="2654646" y="1877989"/>
                  <a:pt x="2443208" y="1929191"/>
                  <a:pt x="2189825" y="1904608"/>
                </a:cubicBezTo>
                <a:cubicBezTo>
                  <a:pt x="1936442" y="1880025"/>
                  <a:pt x="1588724" y="1925580"/>
                  <a:pt x="1385965" y="1904608"/>
                </a:cubicBezTo>
                <a:cubicBezTo>
                  <a:pt x="1183206" y="1883636"/>
                  <a:pt x="970045" y="1878434"/>
                  <a:pt x="637544" y="1904608"/>
                </a:cubicBezTo>
                <a:cubicBezTo>
                  <a:pt x="305043" y="1930782"/>
                  <a:pt x="271599" y="1919211"/>
                  <a:pt x="0" y="1904608"/>
                </a:cubicBezTo>
                <a:cubicBezTo>
                  <a:pt x="5784" y="1675831"/>
                  <a:pt x="-5071" y="1578449"/>
                  <a:pt x="0" y="1307831"/>
                </a:cubicBezTo>
                <a:cubicBezTo>
                  <a:pt x="5071" y="1037213"/>
                  <a:pt x="17939" y="951944"/>
                  <a:pt x="0" y="711054"/>
                </a:cubicBezTo>
                <a:cubicBezTo>
                  <a:pt x="-17939" y="470164"/>
                  <a:pt x="34259" y="185498"/>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Player Abilities Required </a:t>
            </a:r>
            <a:r>
              <a:rPr lang="en-US" sz="1400" dirty="0">
                <a:solidFill>
                  <a:schemeClr val="bg1"/>
                </a:solidFill>
                <a:latin typeface="Franklin Gothic Book" panose="020B0503020102020204" pitchFamily="34" charset="0"/>
              </a:rPr>
              <a:t>– All previous mechanics from the past two encounters are required to complete the boss fight.</a:t>
            </a:r>
          </a:p>
          <a:p>
            <a:endParaRPr lang="en-US" sz="1400" dirty="0">
              <a:solidFill>
                <a:schemeClr val="bg1"/>
              </a:solidFill>
              <a:latin typeface="Franklin Gothic Demi" panose="020B0703020102020204" pitchFamily="34" charset="0"/>
            </a:endParaRPr>
          </a:p>
          <a:p>
            <a:r>
              <a:rPr lang="en-US" sz="1400" dirty="0">
                <a:solidFill>
                  <a:schemeClr val="bg1"/>
                </a:solidFill>
                <a:latin typeface="Franklin Gothic Demi" panose="020B0703020102020204" pitchFamily="34" charset="0"/>
              </a:rPr>
              <a:t>Pacing – </a:t>
            </a:r>
            <a:r>
              <a:rPr lang="en-US" sz="1400" dirty="0">
                <a:solidFill>
                  <a:schemeClr val="bg1"/>
                </a:solidFill>
                <a:latin typeface="Franklin Gothic Book" panose="020B0503020102020204" pitchFamily="34" charset="0"/>
              </a:rPr>
              <a:t>Very fast paced</a:t>
            </a:r>
            <a:endParaRPr lang="en-US" sz="1400" dirty="0">
              <a:solidFill>
                <a:schemeClr val="bg1"/>
              </a:solidFill>
              <a:latin typeface="Franklin Gothic Demi" panose="020B0703020102020204" pitchFamily="34" charset="0"/>
            </a:endParaRPr>
          </a:p>
          <a:p>
            <a:endParaRPr lang="en-US" sz="1400" dirty="0">
              <a:solidFill>
                <a:schemeClr val="bg1"/>
              </a:solidFill>
              <a:latin typeface="Franklin Gothic Demi" panose="020B0703020102020204" pitchFamily="34" charset="0"/>
            </a:endParaRPr>
          </a:p>
          <a:p>
            <a:r>
              <a:rPr lang="en-US" sz="1400" dirty="0">
                <a:solidFill>
                  <a:schemeClr val="bg1"/>
                </a:solidFill>
                <a:latin typeface="Franklin Gothic Demi" panose="020B0703020102020204" pitchFamily="34" charset="0"/>
              </a:rPr>
              <a:t>Rewards -  </a:t>
            </a:r>
            <a:r>
              <a:rPr lang="en-US" sz="1400" dirty="0">
                <a:solidFill>
                  <a:schemeClr val="bg1"/>
                </a:solidFill>
                <a:latin typeface="Franklin Gothic Book" panose="020B0503020102020204" pitchFamily="34" charset="0"/>
              </a:rPr>
              <a:t>Defeating the boss and then escaping the factory is the level reward.</a:t>
            </a:r>
          </a:p>
          <a:p>
            <a:endParaRPr lang="en-US" sz="1400" dirty="0">
              <a:solidFill>
                <a:schemeClr val="bg1"/>
              </a:solidFill>
              <a:latin typeface="Franklin Gothic Demi" panose="020B0703020102020204" pitchFamily="34" charset="0"/>
            </a:endParaRPr>
          </a:p>
          <a:p>
            <a:endParaRPr lang="en-US" sz="1400" dirty="0">
              <a:solidFill>
                <a:schemeClr val="bg1"/>
              </a:solidFill>
              <a:latin typeface="Franklin Gothic Demi" panose="020B0703020102020204" pitchFamily="34" charset="0"/>
            </a:endParaRPr>
          </a:p>
          <a:p>
            <a:endParaRPr lang="en-US" sz="1400" dirty="0">
              <a:solidFill>
                <a:schemeClr val="bg1"/>
              </a:solidFill>
              <a:latin typeface="Franklin Gothic Book" panose="020B0503020102020204" pitchFamily="34" charset="0"/>
            </a:endParaRPr>
          </a:p>
          <a:p>
            <a:endParaRPr lang="en-US" sz="1400" dirty="0">
              <a:solidFill>
                <a:schemeClr val="bg1"/>
              </a:solidFill>
              <a:latin typeface="Franklin Gothic Book" panose="020B0503020102020204" pitchFamily="34" charset="0"/>
            </a:endParaRPr>
          </a:p>
          <a:p>
            <a:endParaRPr lang="en-US" dirty="0">
              <a:solidFill>
                <a:schemeClr val="tx1"/>
              </a:solidFill>
              <a:latin typeface="Franklin Gothic Book" panose="020B0503020102020204" pitchFamily="34" charset="0"/>
            </a:endParaRPr>
          </a:p>
        </p:txBody>
      </p:sp>
      <p:sp>
        <p:nvSpPr>
          <p:cNvPr id="10" name="Rectangle 9">
            <a:extLst>
              <a:ext uri="{FF2B5EF4-FFF2-40B4-BE49-F238E27FC236}">
                <a16:creationId xmlns:a16="http://schemas.microsoft.com/office/drawing/2014/main" id="{65D4B209-2B01-5110-80A1-F76EF6CEF345}"/>
              </a:ext>
            </a:extLst>
          </p:cNvPr>
          <p:cNvSpPr/>
          <p:nvPr/>
        </p:nvSpPr>
        <p:spPr>
          <a:xfrm>
            <a:off x="196539" y="5142324"/>
            <a:ext cx="5543861" cy="1473200"/>
          </a:xfrm>
          <a:custGeom>
            <a:avLst/>
            <a:gdLst>
              <a:gd name="csX0" fmla="*/ 0 w 5543861"/>
              <a:gd name="csY0" fmla="*/ 0 h 1473200"/>
              <a:gd name="csX1" fmla="*/ 526667 w 5543861"/>
              <a:gd name="csY1" fmla="*/ 0 h 1473200"/>
              <a:gd name="csX2" fmla="*/ 1108772 w 5543861"/>
              <a:gd name="csY2" fmla="*/ 0 h 1473200"/>
              <a:gd name="csX3" fmla="*/ 1746316 w 5543861"/>
              <a:gd name="csY3" fmla="*/ 0 h 1473200"/>
              <a:gd name="csX4" fmla="*/ 2328422 w 5543861"/>
              <a:gd name="csY4" fmla="*/ 0 h 1473200"/>
              <a:gd name="csX5" fmla="*/ 2965966 w 5543861"/>
              <a:gd name="csY5" fmla="*/ 0 h 1473200"/>
              <a:gd name="csX6" fmla="*/ 3658948 w 5543861"/>
              <a:gd name="csY6" fmla="*/ 0 h 1473200"/>
              <a:gd name="csX7" fmla="*/ 4351931 w 5543861"/>
              <a:gd name="csY7" fmla="*/ 0 h 1473200"/>
              <a:gd name="csX8" fmla="*/ 4934036 w 5543861"/>
              <a:gd name="csY8" fmla="*/ 0 h 1473200"/>
              <a:gd name="csX9" fmla="*/ 5543861 w 5543861"/>
              <a:gd name="csY9" fmla="*/ 0 h 1473200"/>
              <a:gd name="csX10" fmla="*/ 5543861 w 5543861"/>
              <a:gd name="csY10" fmla="*/ 446871 h 1473200"/>
              <a:gd name="csX11" fmla="*/ 5543861 w 5543861"/>
              <a:gd name="csY11" fmla="*/ 937937 h 1473200"/>
              <a:gd name="csX12" fmla="*/ 5543861 w 5543861"/>
              <a:gd name="csY12" fmla="*/ 1473200 h 1473200"/>
              <a:gd name="csX13" fmla="*/ 4740001 w 5543861"/>
              <a:gd name="csY13" fmla="*/ 1473200 h 1473200"/>
              <a:gd name="csX14" fmla="*/ 3991580 w 5543861"/>
              <a:gd name="csY14" fmla="*/ 1473200 h 1473200"/>
              <a:gd name="csX15" fmla="*/ 3243159 w 5543861"/>
              <a:gd name="csY15" fmla="*/ 1473200 h 1473200"/>
              <a:gd name="csX16" fmla="*/ 2716492 w 5543861"/>
              <a:gd name="csY16" fmla="*/ 1473200 h 1473200"/>
              <a:gd name="csX17" fmla="*/ 1912632 w 5543861"/>
              <a:gd name="csY17" fmla="*/ 1473200 h 1473200"/>
              <a:gd name="csX18" fmla="*/ 1330527 w 5543861"/>
              <a:gd name="csY18" fmla="*/ 1473200 h 1473200"/>
              <a:gd name="csX19" fmla="*/ 803860 w 5543861"/>
              <a:gd name="csY19" fmla="*/ 1473200 h 1473200"/>
              <a:gd name="csX20" fmla="*/ 0 w 5543861"/>
              <a:gd name="csY20" fmla="*/ 1473200 h 1473200"/>
              <a:gd name="csX21" fmla="*/ 0 w 5543861"/>
              <a:gd name="csY21" fmla="*/ 1011597 h 1473200"/>
              <a:gd name="csX22" fmla="*/ 0 w 5543861"/>
              <a:gd name="csY22" fmla="*/ 535263 h 1473200"/>
              <a:gd name="csX23" fmla="*/ 0 w 5543861"/>
              <a:gd name="csY23" fmla="*/ 0 h 1473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43861" h="1473200" fill="none" extrusionOk="0">
                <a:moveTo>
                  <a:pt x="0" y="0"/>
                </a:moveTo>
                <a:cubicBezTo>
                  <a:pt x="224315" y="-5668"/>
                  <a:pt x="340048" y="22795"/>
                  <a:pt x="526667" y="0"/>
                </a:cubicBezTo>
                <a:cubicBezTo>
                  <a:pt x="713286" y="-22795"/>
                  <a:pt x="927758" y="-4350"/>
                  <a:pt x="1108772" y="0"/>
                </a:cubicBezTo>
                <a:cubicBezTo>
                  <a:pt x="1289787" y="4350"/>
                  <a:pt x="1531914" y="-24420"/>
                  <a:pt x="1746316" y="0"/>
                </a:cubicBezTo>
                <a:cubicBezTo>
                  <a:pt x="1960718" y="24420"/>
                  <a:pt x="2144839" y="-26153"/>
                  <a:pt x="2328422" y="0"/>
                </a:cubicBezTo>
                <a:cubicBezTo>
                  <a:pt x="2512005" y="26153"/>
                  <a:pt x="2833914" y="1993"/>
                  <a:pt x="2965966" y="0"/>
                </a:cubicBezTo>
                <a:cubicBezTo>
                  <a:pt x="3098018" y="-1993"/>
                  <a:pt x="3394392" y="-2020"/>
                  <a:pt x="3658948" y="0"/>
                </a:cubicBezTo>
                <a:cubicBezTo>
                  <a:pt x="3923504" y="2020"/>
                  <a:pt x="4079358" y="31288"/>
                  <a:pt x="4351931" y="0"/>
                </a:cubicBezTo>
                <a:cubicBezTo>
                  <a:pt x="4624504" y="-31288"/>
                  <a:pt x="4748660" y="9721"/>
                  <a:pt x="4934036" y="0"/>
                </a:cubicBezTo>
                <a:cubicBezTo>
                  <a:pt x="5119412" y="-9721"/>
                  <a:pt x="5292346" y="9463"/>
                  <a:pt x="5543861" y="0"/>
                </a:cubicBezTo>
                <a:cubicBezTo>
                  <a:pt x="5562456" y="112734"/>
                  <a:pt x="5522857" y="346399"/>
                  <a:pt x="5543861" y="446871"/>
                </a:cubicBezTo>
                <a:cubicBezTo>
                  <a:pt x="5564865" y="547343"/>
                  <a:pt x="5526150" y="719725"/>
                  <a:pt x="5543861" y="937937"/>
                </a:cubicBezTo>
                <a:cubicBezTo>
                  <a:pt x="5561572" y="1156149"/>
                  <a:pt x="5553436" y="1286132"/>
                  <a:pt x="5543861" y="1473200"/>
                </a:cubicBezTo>
                <a:cubicBezTo>
                  <a:pt x="5192512" y="1485437"/>
                  <a:pt x="5009165" y="1449771"/>
                  <a:pt x="4740001" y="1473200"/>
                </a:cubicBezTo>
                <a:cubicBezTo>
                  <a:pt x="4470837" y="1496629"/>
                  <a:pt x="4266015" y="1461105"/>
                  <a:pt x="3991580" y="1473200"/>
                </a:cubicBezTo>
                <a:cubicBezTo>
                  <a:pt x="3717145" y="1485295"/>
                  <a:pt x="3487398" y="1496475"/>
                  <a:pt x="3243159" y="1473200"/>
                </a:cubicBezTo>
                <a:cubicBezTo>
                  <a:pt x="2998920" y="1449925"/>
                  <a:pt x="2859996" y="1458619"/>
                  <a:pt x="2716492" y="1473200"/>
                </a:cubicBezTo>
                <a:cubicBezTo>
                  <a:pt x="2572988" y="1487781"/>
                  <a:pt x="2125145" y="1435135"/>
                  <a:pt x="1912632" y="1473200"/>
                </a:cubicBezTo>
                <a:cubicBezTo>
                  <a:pt x="1700119" y="1511265"/>
                  <a:pt x="1452047" y="1494810"/>
                  <a:pt x="1330527" y="1473200"/>
                </a:cubicBezTo>
                <a:cubicBezTo>
                  <a:pt x="1209008" y="1451590"/>
                  <a:pt x="1018702" y="1472551"/>
                  <a:pt x="803860" y="1473200"/>
                </a:cubicBezTo>
                <a:cubicBezTo>
                  <a:pt x="589018" y="1473849"/>
                  <a:pt x="168201" y="1441793"/>
                  <a:pt x="0" y="1473200"/>
                </a:cubicBezTo>
                <a:cubicBezTo>
                  <a:pt x="17558" y="1301806"/>
                  <a:pt x="20040" y="1185446"/>
                  <a:pt x="0" y="1011597"/>
                </a:cubicBezTo>
                <a:cubicBezTo>
                  <a:pt x="-20040" y="837748"/>
                  <a:pt x="9229" y="676968"/>
                  <a:pt x="0" y="535263"/>
                </a:cubicBezTo>
                <a:cubicBezTo>
                  <a:pt x="-9229" y="393558"/>
                  <a:pt x="10714" y="135162"/>
                  <a:pt x="0" y="0"/>
                </a:cubicBezTo>
                <a:close/>
              </a:path>
              <a:path w="5543861" h="1473200"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31342" y="170832"/>
                  <a:pt x="5560788" y="231327"/>
                  <a:pt x="5543861" y="461603"/>
                </a:cubicBezTo>
                <a:cubicBezTo>
                  <a:pt x="5526934" y="691879"/>
                  <a:pt x="5545150" y="836892"/>
                  <a:pt x="5543861" y="937937"/>
                </a:cubicBezTo>
                <a:cubicBezTo>
                  <a:pt x="5542572" y="1038982"/>
                  <a:pt x="5548347" y="1225379"/>
                  <a:pt x="5543861" y="1473200"/>
                </a:cubicBezTo>
                <a:cubicBezTo>
                  <a:pt x="5408344" y="1469864"/>
                  <a:pt x="5151979" y="1474180"/>
                  <a:pt x="5017194" y="1473200"/>
                </a:cubicBezTo>
                <a:cubicBezTo>
                  <a:pt x="4882409" y="1472220"/>
                  <a:pt x="4553807" y="1442077"/>
                  <a:pt x="4268773" y="1473200"/>
                </a:cubicBezTo>
                <a:cubicBezTo>
                  <a:pt x="3983739" y="1504323"/>
                  <a:pt x="3867630" y="1500596"/>
                  <a:pt x="3686668" y="1473200"/>
                </a:cubicBezTo>
                <a:cubicBezTo>
                  <a:pt x="3505706" y="1445804"/>
                  <a:pt x="3110970" y="1499819"/>
                  <a:pt x="2882808" y="1473200"/>
                </a:cubicBezTo>
                <a:cubicBezTo>
                  <a:pt x="2654646" y="1446581"/>
                  <a:pt x="2443208" y="1497783"/>
                  <a:pt x="2189825" y="1473200"/>
                </a:cubicBezTo>
                <a:cubicBezTo>
                  <a:pt x="1936442" y="1448617"/>
                  <a:pt x="1588724" y="1494172"/>
                  <a:pt x="1385965" y="1473200"/>
                </a:cubicBezTo>
                <a:cubicBezTo>
                  <a:pt x="1183206" y="1452228"/>
                  <a:pt x="970045" y="1447026"/>
                  <a:pt x="637544" y="1473200"/>
                </a:cubicBezTo>
                <a:cubicBezTo>
                  <a:pt x="305043" y="1499374"/>
                  <a:pt x="271599" y="1487803"/>
                  <a:pt x="0" y="1473200"/>
                </a:cubicBezTo>
                <a:cubicBezTo>
                  <a:pt x="-2381" y="1271387"/>
                  <a:pt x="5019" y="1150447"/>
                  <a:pt x="0" y="1011597"/>
                </a:cubicBezTo>
                <a:cubicBezTo>
                  <a:pt x="-5019" y="872747"/>
                  <a:pt x="10323" y="754990"/>
                  <a:pt x="0" y="549995"/>
                </a:cubicBezTo>
                <a:cubicBezTo>
                  <a:pt x="-10323" y="345000"/>
                  <a:pt x="27329" y="118107"/>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Cinematics -  </a:t>
            </a: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Start Phase 1 Cinematic</a:t>
            </a: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Start Phase 2 cinematic</a:t>
            </a: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Start Phase 3 cinematic</a:t>
            </a: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Escape Cinematic</a:t>
            </a:r>
          </a:p>
          <a:p>
            <a:endParaRPr lang="en-US" sz="1400" dirty="0">
              <a:solidFill>
                <a:schemeClr val="bg1"/>
              </a:solidFill>
              <a:latin typeface="Franklin Gothic Book" panose="020B0503020102020204" pitchFamily="34" charset="0"/>
            </a:endParaRPr>
          </a:p>
          <a:p>
            <a:endParaRPr lang="en-US" sz="1400" dirty="0">
              <a:solidFill>
                <a:schemeClr val="bg1"/>
              </a:solidFill>
              <a:latin typeface="Franklin Gothic Book" panose="020B0503020102020204" pitchFamily="34" charset="0"/>
            </a:endParaRPr>
          </a:p>
          <a:p>
            <a:endParaRPr lang="en-US" sz="1400" dirty="0">
              <a:solidFill>
                <a:schemeClr val="bg1"/>
              </a:solidFill>
              <a:latin typeface="Franklin Gothic Book" panose="020B0503020102020204" pitchFamily="34" charset="0"/>
            </a:endParaRPr>
          </a:p>
          <a:p>
            <a:endParaRPr lang="en-US" sz="1400" dirty="0">
              <a:solidFill>
                <a:schemeClr val="bg1"/>
              </a:solidFill>
              <a:latin typeface="Franklin Gothic Book" panose="020B0503020102020204" pitchFamily="34" charset="0"/>
            </a:endParaRPr>
          </a:p>
          <a:p>
            <a:endParaRPr lang="en-US" dirty="0">
              <a:solidFill>
                <a:schemeClr val="tx1"/>
              </a:solidFill>
              <a:latin typeface="Franklin Gothic Book" panose="020B0503020102020204" pitchFamily="34" charset="0"/>
            </a:endParaRPr>
          </a:p>
        </p:txBody>
      </p:sp>
      <p:sp>
        <p:nvSpPr>
          <p:cNvPr id="13" name="Rectangle 12">
            <a:extLst>
              <a:ext uri="{FF2B5EF4-FFF2-40B4-BE49-F238E27FC236}">
                <a16:creationId xmlns:a16="http://schemas.microsoft.com/office/drawing/2014/main" id="{39EE78C8-A51B-FB10-DDDF-22A9BF09E040}"/>
              </a:ext>
            </a:extLst>
          </p:cNvPr>
          <p:cNvSpPr/>
          <p:nvPr/>
        </p:nvSpPr>
        <p:spPr>
          <a:xfrm>
            <a:off x="6279840" y="876692"/>
            <a:ext cx="5543861" cy="1735515"/>
          </a:xfrm>
          <a:custGeom>
            <a:avLst/>
            <a:gdLst>
              <a:gd name="csX0" fmla="*/ 0 w 5543861"/>
              <a:gd name="csY0" fmla="*/ 0 h 1735515"/>
              <a:gd name="csX1" fmla="*/ 526667 w 5543861"/>
              <a:gd name="csY1" fmla="*/ 0 h 1735515"/>
              <a:gd name="csX2" fmla="*/ 1108772 w 5543861"/>
              <a:gd name="csY2" fmla="*/ 0 h 1735515"/>
              <a:gd name="csX3" fmla="*/ 1746316 w 5543861"/>
              <a:gd name="csY3" fmla="*/ 0 h 1735515"/>
              <a:gd name="csX4" fmla="*/ 2328422 w 5543861"/>
              <a:gd name="csY4" fmla="*/ 0 h 1735515"/>
              <a:gd name="csX5" fmla="*/ 2965966 w 5543861"/>
              <a:gd name="csY5" fmla="*/ 0 h 1735515"/>
              <a:gd name="csX6" fmla="*/ 3658948 w 5543861"/>
              <a:gd name="csY6" fmla="*/ 0 h 1735515"/>
              <a:gd name="csX7" fmla="*/ 4351931 w 5543861"/>
              <a:gd name="csY7" fmla="*/ 0 h 1735515"/>
              <a:gd name="csX8" fmla="*/ 4934036 w 5543861"/>
              <a:gd name="csY8" fmla="*/ 0 h 1735515"/>
              <a:gd name="csX9" fmla="*/ 5543861 w 5543861"/>
              <a:gd name="csY9" fmla="*/ 0 h 1735515"/>
              <a:gd name="csX10" fmla="*/ 5543861 w 5543861"/>
              <a:gd name="csY10" fmla="*/ 526440 h 1735515"/>
              <a:gd name="csX11" fmla="*/ 5543861 w 5543861"/>
              <a:gd name="csY11" fmla="*/ 1104945 h 1735515"/>
              <a:gd name="csX12" fmla="*/ 5543861 w 5543861"/>
              <a:gd name="csY12" fmla="*/ 1735515 h 1735515"/>
              <a:gd name="csX13" fmla="*/ 4740001 w 5543861"/>
              <a:gd name="csY13" fmla="*/ 1735515 h 1735515"/>
              <a:gd name="csX14" fmla="*/ 3991580 w 5543861"/>
              <a:gd name="csY14" fmla="*/ 1735515 h 1735515"/>
              <a:gd name="csX15" fmla="*/ 3243159 w 5543861"/>
              <a:gd name="csY15" fmla="*/ 1735515 h 1735515"/>
              <a:gd name="csX16" fmla="*/ 2716492 w 5543861"/>
              <a:gd name="csY16" fmla="*/ 1735515 h 1735515"/>
              <a:gd name="csX17" fmla="*/ 1912632 w 5543861"/>
              <a:gd name="csY17" fmla="*/ 1735515 h 1735515"/>
              <a:gd name="csX18" fmla="*/ 1330527 w 5543861"/>
              <a:gd name="csY18" fmla="*/ 1735515 h 1735515"/>
              <a:gd name="csX19" fmla="*/ 803860 w 5543861"/>
              <a:gd name="csY19" fmla="*/ 1735515 h 1735515"/>
              <a:gd name="csX20" fmla="*/ 0 w 5543861"/>
              <a:gd name="csY20" fmla="*/ 1735515 h 1735515"/>
              <a:gd name="csX21" fmla="*/ 0 w 5543861"/>
              <a:gd name="csY21" fmla="*/ 1191720 h 1735515"/>
              <a:gd name="csX22" fmla="*/ 0 w 5543861"/>
              <a:gd name="csY22" fmla="*/ 630570 h 1735515"/>
              <a:gd name="csX23" fmla="*/ 0 w 5543861"/>
              <a:gd name="csY23" fmla="*/ 0 h 17355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43861" h="1735515" fill="none" extrusionOk="0">
                <a:moveTo>
                  <a:pt x="0" y="0"/>
                </a:moveTo>
                <a:cubicBezTo>
                  <a:pt x="224315" y="-5668"/>
                  <a:pt x="340048" y="22795"/>
                  <a:pt x="526667" y="0"/>
                </a:cubicBezTo>
                <a:cubicBezTo>
                  <a:pt x="713286" y="-22795"/>
                  <a:pt x="927758" y="-4350"/>
                  <a:pt x="1108772" y="0"/>
                </a:cubicBezTo>
                <a:cubicBezTo>
                  <a:pt x="1289787" y="4350"/>
                  <a:pt x="1531914" y="-24420"/>
                  <a:pt x="1746316" y="0"/>
                </a:cubicBezTo>
                <a:cubicBezTo>
                  <a:pt x="1960718" y="24420"/>
                  <a:pt x="2144839" y="-26153"/>
                  <a:pt x="2328422" y="0"/>
                </a:cubicBezTo>
                <a:cubicBezTo>
                  <a:pt x="2512005" y="26153"/>
                  <a:pt x="2833914" y="1993"/>
                  <a:pt x="2965966" y="0"/>
                </a:cubicBezTo>
                <a:cubicBezTo>
                  <a:pt x="3098018" y="-1993"/>
                  <a:pt x="3394392" y="-2020"/>
                  <a:pt x="3658948" y="0"/>
                </a:cubicBezTo>
                <a:cubicBezTo>
                  <a:pt x="3923504" y="2020"/>
                  <a:pt x="4079358" y="31288"/>
                  <a:pt x="4351931" y="0"/>
                </a:cubicBezTo>
                <a:cubicBezTo>
                  <a:pt x="4624504" y="-31288"/>
                  <a:pt x="4748660" y="9721"/>
                  <a:pt x="4934036" y="0"/>
                </a:cubicBezTo>
                <a:cubicBezTo>
                  <a:pt x="5119412" y="-9721"/>
                  <a:pt x="5292346" y="9463"/>
                  <a:pt x="5543861" y="0"/>
                </a:cubicBezTo>
                <a:cubicBezTo>
                  <a:pt x="5538138" y="152546"/>
                  <a:pt x="5518833" y="361624"/>
                  <a:pt x="5543861" y="526440"/>
                </a:cubicBezTo>
                <a:cubicBezTo>
                  <a:pt x="5568889" y="691256"/>
                  <a:pt x="5560742" y="826650"/>
                  <a:pt x="5543861" y="1104945"/>
                </a:cubicBezTo>
                <a:cubicBezTo>
                  <a:pt x="5526980" y="1383241"/>
                  <a:pt x="5560269" y="1529136"/>
                  <a:pt x="5543861" y="1735515"/>
                </a:cubicBezTo>
                <a:cubicBezTo>
                  <a:pt x="5192512" y="1747752"/>
                  <a:pt x="5009165" y="1712086"/>
                  <a:pt x="4740001" y="1735515"/>
                </a:cubicBezTo>
                <a:cubicBezTo>
                  <a:pt x="4470837" y="1758944"/>
                  <a:pt x="4266015" y="1723420"/>
                  <a:pt x="3991580" y="1735515"/>
                </a:cubicBezTo>
                <a:cubicBezTo>
                  <a:pt x="3717145" y="1747610"/>
                  <a:pt x="3487398" y="1758790"/>
                  <a:pt x="3243159" y="1735515"/>
                </a:cubicBezTo>
                <a:cubicBezTo>
                  <a:pt x="2998920" y="1712240"/>
                  <a:pt x="2859996" y="1720934"/>
                  <a:pt x="2716492" y="1735515"/>
                </a:cubicBezTo>
                <a:cubicBezTo>
                  <a:pt x="2572988" y="1750096"/>
                  <a:pt x="2125145" y="1697450"/>
                  <a:pt x="1912632" y="1735515"/>
                </a:cubicBezTo>
                <a:cubicBezTo>
                  <a:pt x="1700119" y="1773580"/>
                  <a:pt x="1452047" y="1757125"/>
                  <a:pt x="1330527" y="1735515"/>
                </a:cubicBezTo>
                <a:cubicBezTo>
                  <a:pt x="1209008" y="1713905"/>
                  <a:pt x="1018702" y="1734866"/>
                  <a:pt x="803860" y="1735515"/>
                </a:cubicBezTo>
                <a:cubicBezTo>
                  <a:pt x="589018" y="1736164"/>
                  <a:pt x="168201" y="1704108"/>
                  <a:pt x="0" y="1735515"/>
                </a:cubicBezTo>
                <a:cubicBezTo>
                  <a:pt x="-11726" y="1484197"/>
                  <a:pt x="20548" y="1360696"/>
                  <a:pt x="0" y="1191720"/>
                </a:cubicBezTo>
                <a:cubicBezTo>
                  <a:pt x="-20548" y="1022744"/>
                  <a:pt x="-22066" y="829938"/>
                  <a:pt x="0" y="630570"/>
                </a:cubicBezTo>
                <a:cubicBezTo>
                  <a:pt x="22066" y="431202"/>
                  <a:pt x="7305" y="195392"/>
                  <a:pt x="0" y="0"/>
                </a:cubicBezTo>
                <a:close/>
              </a:path>
              <a:path w="5543861" h="1735515"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46316" y="209387"/>
                  <a:pt x="5565090" y="365245"/>
                  <a:pt x="5543861" y="543795"/>
                </a:cubicBezTo>
                <a:cubicBezTo>
                  <a:pt x="5522632" y="722346"/>
                  <a:pt x="5545797" y="871163"/>
                  <a:pt x="5543861" y="1104945"/>
                </a:cubicBezTo>
                <a:cubicBezTo>
                  <a:pt x="5541926" y="1338727"/>
                  <a:pt x="5561361" y="1605928"/>
                  <a:pt x="5543861" y="1735515"/>
                </a:cubicBezTo>
                <a:cubicBezTo>
                  <a:pt x="5408344" y="1732179"/>
                  <a:pt x="5151979" y="1736495"/>
                  <a:pt x="5017194" y="1735515"/>
                </a:cubicBezTo>
                <a:cubicBezTo>
                  <a:pt x="4882409" y="1734535"/>
                  <a:pt x="4553807" y="1704392"/>
                  <a:pt x="4268773" y="1735515"/>
                </a:cubicBezTo>
                <a:cubicBezTo>
                  <a:pt x="3983739" y="1766638"/>
                  <a:pt x="3867630" y="1762911"/>
                  <a:pt x="3686668" y="1735515"/>
                </a:cubicBezTo>
                <a:cubicBezTo>
                  <a:pt x="3505706" y="1708119"/>
                  <a:pt x="3110970" y="1762134"/>
                  <a:pt x="2882808" y="1735515"/>
                </a:cubicBezTo>
                <a:cubicBezTo>
                  <a:pt x="2654646" y="1708896"/>
                  <a:pt x="2443208" y="1760098"/>
                  <a:pt x="2189825" y="1735515"/>
                </a:cubicBezTo>
                <a:cubicBezTo>
                  <a:pt x="1936442" y="1710932"/>
                  <a:pt x="1588724" y="1756487"/>
                  <a:pt x="1385965" y="1735515"/>
                </a:cubicBezTo>
                <a:cubicBezTo>
                  <a:pt x="1183206" y="1714543"/>
                  <a:pt x="970045" y="1709341"/>
                  <a:pt x="637544" y="1735515"/>
                </a:cubicBezTo>
                <a:cubicBezTo>
                  <a:pt x="305043" y="1761689"/>
                  <a:pt x="271599" y="1750118"/>
                  <a:pt x="0" y="1735515"/>
                </a:cubicBezTo>
                <a:cubicBezTo>
                  <a:pt x="-17465" y="1484521"/>
                  <a:pt x="25001" y="1307331"/>
                  <a:pt x="0" y="1191720"/>
                </a:cubicBezTo>
                <a:cubicBezTo>
                  <a:pt x="-25001" y="1076109"/>
                  <a:pt x="-7315" y="833121"/>
                  <a:pt x="0" y="647926"/>
                </a:cubicBezTo>
                <a:cubicBezTo>
                  <a:pt x="7315" y="462731"/>
                  <a:pt x="-14348" y="321304"/>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Phase 1 – Chase </a:t>
            </a: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Boss Monster begins to evolve to where the flashlight becomes ineffective, leading the boss monster to begin to chase to the player at a much faster pace, leading to a sprinting, crouching and platforming sequence.</a:t>
            </a:r>
            <a:endParaRPr lang="en-US" dirty="0">
              <a:solidFill>
                <a:schemeClr val="tx1"/>
              </a:solidFill>
              <a:latin typeface="Franklin Gothic Book" panose="020B0503020102020204" pitchFamily="34" charset="0"/>
            </a:endParaRPr>
          </a:p>
        </p:txBody>
      </p:sp>
      <p:sp>
        <p:nvSpPr>
          <p:cNvPr id="14" name="Rectangle 13">
            <a:extLst>
              <a:ext uri="{FF2B5EF4-FFF2-40B4-BE49-F238E27FC236}">
                <a16:creationId xmlns:a16="http://schemas.microsoft.com/office/drawing/2014/main" id="{922AE83E-B369-3B82-2C9A-02FBB238B12C}"/>
              </a:ext>
            </a:extLst>
          </p:cNvPr>
          <p:cNvSpPr/>
          <p:nvPr/>
        </p:nvSpPr>
        <p:spPr>
          <a:xfrm>
            <a:off x="6279840" y="2945616"/>
            <a:ext cx="5543861" cy="1747911"/>
          </a:xfrm>
          <a:custGeom>
            <a:avLst/>
            <a:gdLst>
              <a:gd name="csX0" fmla="*/ 0 w 5543861"/>
              <a:gd name="csY0" fmla="*/ 0 h 1747911"/>
              <a:gd name="csX1" fmla="*/ 526667 w 5543861"/>
              <a:gd name="csY1" fmla="*/ 0 h 1747911"/>
              <a:gd name="csX2" fmla="*/ 1108772 w 5543861"/>
              <a:gd name="csY2" fmla="*/ 0 h 1747911"/>
              <a:gd name="csX3" fmla="*/ 1746316 w 5543861"/>
              <a:gd name="csY3" fmla="*/ 0 h 1747911"/>
              <a:gd name="csX4" fmla="*/ 2328422 w 5543861"/>
              <a:gd name="csY4" fmla="*/ 0 h 1747911"/>
              <a:gd name="csX5" fmla="*/ 2965966 w 5543861"/>
              <a:gd name="csY5" fmla="*/ 0 h 1747911"/>
              <a:gd name="csX6" fmla="*/ 3658948 w 5543861"/>
              <a:gd name="csY6" fmla="*/ 0 h 1747911"/>
              <a:gd name="csX7" fmla="*/ 4351931 w 5543861"/>
              <a:gd name="csY7" fmla="*/ 0 h 1747911"/>
              <a:gd name="csX8" fmla="*/ 4934036 w 5543861"/>
              <a:gd name="csY8" fmla="*/ 0 h 1747911"/>
              <a:gd name="csX9" fmla="*/ 5543861 w 5543861"/>
              <a:gd name="csY9" fmla="*/ 0 h 1747911"/>
              <a:gd name="csX10" fmla="*/ 5543861 w 5543861"/>
              <a:gd name="csY10" fmla="*/ 530200 h 1747911"/>
              <a:gd name="csX11" fmla="*/ 5543861 w 5543861"/>
              <a:gd name="csY11" fmla="*/ 1112837 h 1747911"/>
              <a:gd name="csX12" fmla="*/ 5543861 w 5543861"/>
              <a:gd name="csY12" fmla="*/ 1747911 h 1747911"/>
              <a:gd name="csX13" fmla="*/ 4740001 w 5543861"/>
              <a:gd name="csY13" fmla="*/ 1747911 h 1747911"/>
              <a:gd name="csX14" fmla="*/ 3991580 w 5543861"/>
              <a:gd name="csY14" fmla="*/ 1747911 h 1747911"/>
              <a:gd name="csX15" fmla="*/ 3243159 w 5543861"/>
              <a:gd name="csY15" fmla="*/ 1747911 h 1747911"/>
              <a:gd name="csX16" fmla="*/ 2716492 w 5543861"/>
              <a:gd name="csY16" fmla="*/ 1747911 h 1747911"/>
              <a:gd name="csX17" fmla="*/ 1912632 w 5543861"/>
              <a:gd name="csY17" fmla="*/ 1747911 h 1747911"/>
              <a:gd name="csX18" fmla="*/ 1330527 w 5543861"/>
              <a:gd name="csY18" fmla="*/ 1747911 h 1747911"/>
              <a:gd name="csX19" fmla="*/ 803860 w 5543861"/>
              <a:gd name="csY19" fmla="*/ 1747911 h 1747911"/>
              <a:gd name="csX20" fmla="*/ 0 w 5543861"/>
              <a:gd name="csY20" fmla="*/ 1747911 h 1747911"/>
              <a:gd name="csX21" fmla="*/ 0 w 5543861"/>
              <a:gd name="csY21" fmla="*/ 1200232 h 1747911"/>
              <a:gd name="csX22" fmla="*/ 0 w 5543861"/>
              <a:gd name="csY22" fmla="*/ 635074 h 1747911"/>
              <a:gd name="csX23" fmla="*/ 0 w 5543861"/>
              <a:gd name="csY23" fmla="*/ 0 h 1747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43861" h="1747911" fill="none" extrusionOk="0">
                <a:moveTo>
                  <a:pt x="0" y="0"/>
                </a:moveTo>
                <a:cubicBezTo>
                  <a:pt x="224315" y="-5668"/>
                  <a:pt x="340048" y="22795"/>
                  <a:pt x="526667" y="0"/>
                </a:cubicBezTo>
                <a:cubicBezTo>
                  <a:pt x="713286" y="-22795"/>
                  <a:pt x="927758" y="-4350"/>
                  <a:pt x="1108772" y="0"/>
                </a:cubicBezTo>
                <a:cubicBezTo>
                  <a:pt x="1289787" y="4350"/>
                  <a:pt x="1531914" y="-24420"/>
                  <a:pt x="1746316" y="0"/>
                </a:cubicBezTo>
                <a:cubicBezTo>
                  <a:pt x="1960718" y="24420"/>
                  <a:pt x="2144839" y="-26153"/>
                  <a:pt x="2328422" y="0"/>
                </a:cubicBezTo>
                <a:cubicBezTo>
                  <a:pt x="2512005" y="26153"/>
                  <a:pt x="2833914" y="1993"/>
                  <a:pt x="2965966" y="0"/>
                </a:cubicBezTo>
                <a:cubicBezTo>
                  <a:pt x="3098018" y="-1993"/>
                  <a:pt x="3394392" y="-2020"/>
                  <a:pt x="3658948" y="0"/>
                </a:cubicBezTo>
                <a:cubicBezTo>
                  <a:pt x="3923504" y="2020"/>
                  <a:pt x="4079358" y="31288"/>
                  <a:pt x="4351931" y="0"/>
                </a:cubicBezTo>
                <a:cubicBezTo>
                  <a:pt x="4624504" y="-31288"/>
                  <a:pt x="4748660" y="9721"/>
                  <a:pt x="4934036" y="0"/>
                </a:cubicBezTo>
                <a:cubicBezTo>
                  <a:pt x="5119412" y="-9721"/>
                  <a:pt x="5292346" y="9463"/>
                  <a:pt x="5543861" y="0"/>
                </a:cubicBezTo>
                <a:cubicBezTo>
                  <a:pt x="5560238" y="254707"/>
                  <a:pt x="5564481" y="306847"/>
                  <a:pt x="5543861" y="530200"/>
                </a:cubicBezTo>
                <a:cubicBezTo>
                  <a:pt x="5523241" y="753553"/>
                  <a:pt x="5535950" y="926763"/>
                  <a:pt x="5543861" y="1112837"/>
                </a:cubicBezTo>
                <a:cubicBezTo>
                  <a:pt x="5551772" y="1298911"/>
                  <a:pt x="5551150" y="1608263"/>
                  <a:pt x="5543861" y="1747911"/>
                </a:cubicBezTo>
                <a:cubicBezTo>
                  <a:pt x="5192512" y="1760148"/>
                  <a:pt x="5009165" y="1724482"/>
                  <a:pt x="4740001" y="1747911"/>
                </a:cubicBezTo>
                <a:cubicBezTo>
                  <a:pt x="4470837" y="1771340"/>
                  <a:pt x="4266015" y="1735816"/>
                  <a:pt x="3991580" y="1747911"/>
                </a:cubicBezTo>
                <a:cubicBezTo>
                  <a:pt x="3717145" y="1760006"/>
                  <a:pt x="3487398" y="1771186"/>
                  <a:pt x="3243159" y="1747911"/>
                </a:cubicBezTo>
                <a:cubicBezTo>
                  <a:pt x="2998920" y="1724636"/>
                  <a:pt x="2859996" y="1733330"/>
                  <a:pt x="2716492" y="1747911"/>
                </a:cubicBezTo>
                <a:cubicBezTo>
                  <a:pt x="2572988" y="1762492"/>
                  <a:pt x="2125145" y="1709846"/>
                  <a:pt x="1912632" y="1747911"/>
                </a:cubicBezTo>
                <a:cubicBezTo>
                  <a:pt x="1700119" y="1785976"/>
                  <a:pt x="1452047" y="1769521"/>
                  <a:pt x="1330527" y="1747911"/>
                </a:cubicBezTo>
                <a:cubicBezTo>
                  <a:pt x="1209008" y="1726301"/>
                  <a:pt x="1018702" y="1747262"/>
                  <a:pt x="803860" y="1747911"/>
                </a:cubicBezTo>
                <a:cubicBezTo>
                  <a:pt x="589018" y="1748560"/>
                  <a:pt x="168201" y="1716504"/>
                  <a:pt x="0" y="1747911"/>
                </a:cubicBezTo>
                <a:cubicBezTo>
                  <a:pt x="-11997" y="1589741"/>
                  <a:pt x="-1984" y="1444075"/>
                  <a:pt x="0" y="1200232"/>
                </a:cubicBezTo>
                <a:cubicBezTo>
                  <a:pt x="1984" y="956389"/>
                  <a:pt x="-11186" y="765537"/>
                  <a:pt x="0" y="635074"/>
                </a:cubicBezTo>
                <a:cubicBezTo>
                  <a:pt x="11186" y="504611"/>
                  <a:pt x="12090" y="158223"/>
                  <a:pt x="0" y="0"/>
                </a:cubicBezTo>
                <a:close/>
              </a:path>
              <a:path w="5543861" h="1747911"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45317" y="147484"/>
                  <a:pt x="5547113" y="386401"/>
                  <a:pt x="5543861" y="547679"/>
                </a:cubicBezTo>
                <a:cubicBezTo>
                  <a:pt x="5540609" y="708957"/>
                  <a:pt x="5562474" y="978673"/>
                  <a:pt x="5543861" y="1112837"/>
                </a:cubicBezTo>
                <a:cubicBezTo>
                  <a:pt x="5525248" y="1247001"/>
                  <a:pt x="5538754" y="1524714"/>
                  <a:pt x="5543861" y="1747911"/>
                </a:cubicBezTo>
                <a:cubicBezTo>
                  <a:pt x="5408344" y="1744575"/>
                  <a:pt x="5151979" y="1748891"/>
                  <a:pt x="5017194" y="1747911"/>
                </a:cubicBezTo>
                <a:cubicBezTo>
                  <a:pt x="4882409" y="1746931"/>
                  <a:pt x="4553807" y="1716788"/>
                  <a:pt x="4268773" y="1747911"/>
                </a:cubicBezTo>
                <a:cubicBezTo>
                  <a:pt x="3983739" y="1779034"/>
                  <a:pt x="3867630" y="1775307"/>
                  <a:pt x="3686668" y="1747911"/>
                </a:cubicBezTo>
                <a:cubicBezTo>
                  <a:pt x="3505706" y="1720515"/>
                  <a:pt x="3110970" y="1774530"/>
                  <a:pt x="2882808" y="1747911"/>
                </a:cubicBezTo>
                <a:cubicBezTo>
                  <a:pt x="2654646" y="1721292"/>
                  <a:pt x="2443208" y="1772494"/>
                  <a:pt x="2189825" y="1747911"/>
                </a:cubicBezTo>
                <a:cubicBezTo>
                  <a:pt x="1936442" y="1723328"/>
                  <a:pt x="1588724" y="1768883"/>
                  <a:pt x="1385965" y="1747911"/>
                </a:cubicBezTo>
                <a:cubicBezTo>
                  <a:pt x="1183206" y="1726939"/>
                  <a:pt x="970045" y="1721737"/>
                  <a:pt x="637544" y="1747911"/>
                </a:cubicBezTo>
                <a:cubicBezTo>
                  <a:pt x="305043" y="1774085"/>
                  <a:pt x="271599" y="1762514"/>
                  <a:pt x="0" y="1747911"/>
                </a:cubicBezTo>
                <a:cubicBezTo>
                  <a:pt x="-9436" y="1553863"/>
                  <a:pt x="-18708" y="1380054"/>
                  <a:pt x="0" y="1200232"/>
                </a:cubicBezTo>
                <a:cubicBezTo>
                  <a:pt x="18708" y="1020410"/>
                  <a:pt x="-266" y="911038"/>
                  <a:pt x="0" y="652553"/>
                </a:cubicBezTo>
                <a:cubicBezTo>
                  <a:pt x="266" y="394068"/>
                  <a:pt x="-31024" y="204105"/>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Phase 2 – Fight  </a:t>
            </a: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Boss fight now takes place in a large circular reactor room. </a:t>
            </a: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The player now has to overload the reactor by finding three breakers within the reactor room, </a:t>
            </a: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Once the reactor is overloaded. The player must escape through a closing blast door out of the reactor room.</a:t>
            </a:r>
          </a:p>
          <a:p>
            <a:endParaRPr lang="en-US" sz="1400" dirty="0">
              <a:solidFill>
                <a:schemeClr val="bg1"/>
              </a:solidFill>
              <a:latin typeface="Franklin Gothic Book" panose="020B0503020102020204" pitchFamily="34" charset="0"/>
            </a:endParaRPr>
          </a:p>
          <a:p>
            <a:endParaRPr lang="en-US" sz="1400" dirty="0">
              <a:solidFill>
                <a:schemeClr val="bg1"/>
              </a:solidFill>
              <a:latin typeface="Franklin Gothic Book" panose="020B0503020102020204" pitchFamily="34" charset="0"/>
            </a:endParaRPr>
          </a:p>
          <a:p>
            <a:endParaRPr lang="en-US" dirty="0">
              <a:solidFill>
                <a:schemeClr val="tx1"/>
              </a:solidFill>
              <a:latin typeface="Franklin Gothic Book" panose="020B0503020102020204" pitchFamily="34" charset="0"/>
            </a:endParaRPr>
          </a:p>
        </p:txBody>
      </p:sp>
      <p:sp>
        <p:nvSpPr>
          <p:cNvPr id="15" name="Rectangle 14">
            <a:extLst>
              <a:ext uri="{FF2B5EF4-FFF2-40B4-BE49-F238E27FC236}">
                <a16:creationId xmlns:a16="http://schemas.microsoft.com/office/drawing/2014/main" id="{2E309350-7225-01D7-6F90-77D77AA23414}"/>
              </a:ext>
            </a:extLst>
          </p:cNvPr>
          <p:cNvSpPr/>
          <p:nvPr/>
        </p:nvSpPr>
        <p:spPr>
          <a:xfrm>
            <a:off x="6279840" y="5015716"/>
            <a:ext cx="5543861" cy="1599808"/>
          </a:xfrm>
          <a:custGeom>
            <a:avLst/>
            <a:gdLst>
              <a:gd name="csX0" fmla="*/ 0 w 5543861"/>
              <a:gd name="csY0" fmla="*/ 0 h 1599808"/>
              <a:gd name="csX1" fmla="*/ 526667 w 5543861"/>
              <a:gd name="csY1" fmla="*/ 0 h 1599808"/>
              <a:gd name="csX2" fmla="*/ 1108772 w 5543861"/>
              <a:gd name="csY2" fmla="*/ 0 h 1599808"/>
              <a:gd name="csX3" fmla="*/ 1746316 w 5543861"/>
              <a:gd name="csY3" fmla="*/ 0 h 1599808"/>
              <a:gd name="csX4" fmla="*/ 2328422 w 5543861"/>
              <a:gd name="csY4" fmla="*/ 0 h 1599808"/>
              <a:gd name="csX5" fmla="*/ 2965966 w 5543861"/>
              <a:gd name="csY5" fmla="*/ 0 h 1599808"/>
              <a:gd name="csX6" fmla="*/ 3658948 w 5543861"/>
              <a:gd name="csY6" fmla="*/ 0 h 1599808"/>
              <a:gd name="csX7" fmla="*/ 4351931 w 5543861"/>
              <a:gd name="csY7" fmla="*/ 0 h 1599808"/>
              <a:gd name="csX8" fmla="*/ 4934036 w 5543861"/>
              <a:gd name="csY8" fmla="*/ 0 h 1599808"/>
              <a:gd name="csX9" fmla="*/ 5543861 w 5543861"/>
              <a:gd name="csY9" fmla="*/ 0 h 1599808"/>
              <a:gd name="csX10" fmla="*/ 5543861 w 5543861"/>
              <a:gd name="csY10" fmla="*/ 485275 h 1599808"/>
              <a:gd name="csX11" fmla="*/ 5543861 w 5543861"/>
              <a:gd name="csY11" fmla="*/ 1018544 h 1599808"/>
              <a:gd name="csX12" fmla="*/ 5543861 w 5543861"/>
              <a:gd name="csY12" fmla="*/ 1599808 h 1599808"/>
              <a:gd name="csX13" fmla="*/ 4740001 w 5543861"/>
              <a:gd name="csY13" fmla="*/ 1599808 h 1599808"/>
              <a:gd name="csX14" fmla="*/ 3991580 w 5543861"/>
              <a:gd name="csY14" fmla="*/ 1599808 h 1599808"/>
              <a:gd name="csX15" fmla="*/ 3243159 w 5543861"/>
              <a:gd name="csY15" fmla="*/ 1599808 h 1599808"/>
              <a:gd name="csX16" fmla="*/ 2716492 w 5543861"/>
              <a:gd name="csY16" fmla="*/ 1599808 h 1599808"/>
              <a:gd name="csX17" fmla="*/ 1912632 w 5543861"/>
              <a:gd name="csY17" fmla="*/ 1599808 h 1599808"/>
              <a:gd name="csX18" fmla="*/ 1330527 w 5543861"/>
              <a:gd name="csY18" fmla="*/ 1599808 h 1599808"/>
              <a:gd name="csX19" fmla="*/ 803860 w 5543861"/>
              <a:gd name="csY19" fmla="*/ 1599808 h 1599808"/>
              <a:gd name="csX20" fmla="*/ 0 w 5543861"/>
              <a:gd name="csY20" fmla="*/ 1599808 h 1599808"/>
              <a:gd name="csX21" fmla="*/ 0 w 5543861"/>
              <a:gd name="csY21" fmla="*/ 1098535 h 1599808"/>
              <a:gd name="csX22" fmla="*/ 0 w 5543861"/>
              <a:gd name="csY22" fmla="*/ 581264 h 1599808"/>
              <a:gd name="csX23" fmla="*/ 0 w 5543861"/>
              <a:gd name="csY23" fmla="*/ 0 h 15998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43861" h="1599808" fill="none" extrusionOk="0">
                <a:moveTo>
                  <a:pt x="0" y="0"/>
                </a:moveTo>
                <a:cubicBezTo>
                  <a:pt x="224315" y="-5668"/>
                  <a:pt x="340048" y="22795"/>
                  <a:pt x="526667" y="0"/>
                </a:cubicBezTo>
                <a:cubicBezTo>
                  <a:pt x="713286" y="-22795"/>
                  <a:pt x="927758" y="-4350"/>
                  <a:pt x="1108772" y="0"/>
                </a:cubicBezTo>
                <a:cubicBezTo>
                  <a:pt x="1289787" y="4350"/>
                  <a:pt x="1531914" y="-24420"/>
                  <a:pt x="1746316" y="0"/>
                </a:cubicBezTo>
                <a:cubicBezTo>
                  <a:pt x="1960718" y="24420"/>
                  <a:pt x="2144839" y="-26153"/>
                  <a:pt x="2328422" y="0"/>
                </a:cubicBezTo>
                <a:cubicBezTo>
                  <a:pt x="2512005" y="26153"/>
                  <a:pt x="2833914" y="1993"/>
                  <a:pt x="2965966" y="0"/>
                </a:cubicBezTo>
                <a:cubicBezTo>
                  <a:pt x="3098018" y="-1993"/>
                  <a:pt x="3394392" y="-2020"/>
                  <a:pt x="3658948" y="0"/>
                </a:cubicBezTo>
                <a:cubicBezTo>
                  <a:pt x="3923504" y="2020"/>
                  <a:pt x="4079358" y="31288"/>
                  <a:pt x="4351931" y="0"/>
                </a:cubicBezTo>
                <a:cubicBezTo>
                  <a:pt x="4624504" y="-31288"/>
                  <a:pt x="4748660" y="9721"/>
                  <a:pt x="4934036" y="0"/>
                </a:cubicBezTo>
                <a:cubicBezTo>
                  <a:pt x="5119412" y="-9721"/>
                  <a:pt x="5292346" y="9463"/>
                  <a:pt x="5543861" y="0"/>
                </a:cubicBezTo>
                <a:cubicBezTo>
                  <a:pt x="5539564" y="151514"/>
                  <a:pt x="5531017" y="296292"/>
                  <a:pt x="5543861" y="485275"/>
                </a:cubicBezTo>
                <a:cubicBezTo>
                  <a:pt x="5556705" y="674259"/>
                  <a:pt x="5566301" y="848691"/>
                  <a:pt x="5543861" y="1018544"/>
                </a:cubicBezTo>
                <a:cubicBezTo>
                  <a:pt x="5521421" y="1188397"/>
                  <a:pt x="5558058" y="1411066"/>
                  <a:pt x="5543861" y="1599808"/>
                </a:cubicBezTo>
                <a:cubicBezTo>
                  <a:pt x="5192512" y="1612045"/>
                  <a:pt x="5009165" y="1576379"/>
                  <a:pt x="4740001" y="1599808"/>
                </a:cubicBezTo>
                <a:cubicBezTo>
                  <a:pt x="4470837" y="1623237"/>
                  <a:pt x="4266015" y="1587713"/>
                  <a:pt x="3991580" y="1599808"/>
                </a:cubicBezTo>
                <a:cubicBezTo>
                  <a:pt x="3717145" y="1611903"/>
                  <a:pt x="3487398" y="1623083"/>
                  <a:pt x="3243159" y="1599808"/>
                </a:cubicBezTo>
                <a:cubicBezTo>
                  <a:pt x="2998920" y="1576533"/>
                  <a:pt x="2859996" y="1585227"/>
                  <a:pt x="2716492" y="1599808"/>
                </a:cubicBezTo>
                <a:cubicBezTo>
                  <a:pt x="2572988" y="1614389"/>
                  <a:pt x="2125145" y="1561743"/>
                  <a:pt x="1912632" y="1599808"/>
                </a:cubicBezTo>
                <a:cubicBezTo>
                  <a:pt x="1700119" y="1637873"/>
                  <a:pt x="1452047" y="1621418"/>
                  <a:pt x="1330527" y="1599808"/>
                </a:cubicBezTo>
                <a:cubicBezTo>
                  <a:pt x="1209008" y="1578198"/>
                  <a:pt x="1018702" y="1599159"/>
                  <a:pt x="803860" y="1599808"/>
                </a:cubicBezTo>
                <a:cubicBezTo>
                  <a:pt x="589018" y="1600457"/>
                  <a:pt x="168201" y="1568401"/>
                  <a:pt x="0" y="1599808"/>
                </a:cubicBezTo>
                <a:cubicBezTo>
                  <a:pt x="-7177" y="1445621"/>
                  <a:pt x="8328" y="1292512"/>
                  <a:pt x="0" y="1098535"/>
                </a:cubicBezTo>
                <a:cubicBezTo>
                  <a:pt x="-8328" y="904558"/>
                  <a:pt x="23572" y="684754"/>
                  <a:pt x="0" y="581264"/>
                </a:cubicBezTo>
                <a:cubicBezTo>
                  <a:pt x="-23572" y="477774"/>
                  <a:pt x="989" y="135998"/>
                  <a:pt x="0" y="0"/>
                </a:cubicBezTo>
                <a:close/>
              </a:path>
              <a:path w="5543861" h="1599808" stroke="0" extrusionOk="0">
                <a:moveTo>
                  <a:pt x="0" y="0"/>
                </a:moveTo>
                <a:cubicBezTo>
                  <a:pt x="224167" y="16608"/>
                  <a:pt x="371950" y="-8390"/>
                  <a:pt x="526667" y="0"/>
                </a:cubicBezTo>
                <a:cubicBezTo>
                  <a:pt x="681384" y="8390"/>
                  <a:pt x="961082" y="-5199"/>
                  <a:pt x="1275088" y="0"/>
                </a:cubicBezTo>
                <a:cubicBezTo>
                  <a:pt x="1589094" y="5199"/>
                  <a:pt x="1732873" y="-6831"/>
                  <a:pt x="1857193" y="0"/>
                </a:cubicBezTo>
                <a:cubicBezTo>
                  <a:pt x="1981514" y="6831"/>
                  <a:pt x="2164557" y="-26760"/>
                  <a:pt x="2439299" y="0"/>
                </a:cubicBezTo>
                <a:cubicBezTo>
                  <a:pt x="2714041" y="26760"/>
                  <a:pt x="2815239" y="-17607"/>
                  <a:pt x="3187720" y="0"/>
                </a:cubicBezTo>
                <a:cubicBezTo>
                  <a:pt x="3560201" y="17607"/>
                  <a:pt x="3725755" y="7165"/>
                  <a:pt x="3880703" y="0"/>
                </a:cubicBezTo>
                <a:cubicBezTo>
                  <a:pt x="4035651" y="-7165"/>
                  <a:pt x="4333813" y="-26587"/>
                  <a:pt x="4573685" y="0"/>
                </a:cubicBezTo>
                <a:cubicBezTo>
                  <a:pt x="4813557" y="26587"/>
                  <a:pt x="5330862" y="17589"/>
                  <a:pt x="5543861" y="0"/>
                </a:cubicBezTo>
                <a:cubicBezTo>
                  <a:pt x="5549799" y="164009"/>
                  <a:pt x="5542331" y="312271"/>
                  <a:pt x="5543861" y="501273"/>
                </a:cubicBezTo>
                <a:cubicBezTo>
                  <a:pt x="5545391" y="690275"/>
                  <a:pt x="5565619" y="874208"/>
                  <a:pt x="5543861" y="1018544"/>
                </a:cubicBezTo>
                <a:cubicBezTo>
                  <a:pt x="5522103" y="1162880"/>
                  <a:pt x="5535563" y="1420000"/>
                  <a:pt x="5543861" y="1599808"/>
                </a:cubicBezTo>
                <a:cubicBezTo>
                  <a:pt x="5408344" y="1596472"/>
                  <a:pt x="5151979" y="1600788"/>
                  <a:pt x="5017194" y="1599808"/>
                </a:cubicBezTo>
                <a:cubicBezTo>
                  <a:pt x="4882409" y="1598828"/>
                  <a:pt x="4553807" y="1568685"/>
                  <a:pt x="4268773" y="1599808"/>
                </a:cubicBezTo>
                <a:cubicBezTo>
                  <a:pt x="3983739" y="1630931"/>
                  <a:pt x="3867630" y="1627204"/>
                  <a:pt x="3686668" y="1599808"/>
                </a:cubicBezTo>
                <a:cubicBezTo>
                  <a:pt x="3505706" y="1572412"/>
                  <a:pt x="3110970" y="1626427"/>
                  <a:pt x="2882808" y="1599808"/>
                </a:cubicBezTo>
                <a:cubicBezTo>
                  <a:pt x="2654646" y="1573189"/>
                  <a:pt x="2443208" y="1624391"/>
                  <a:pt x="2189825" y="1599808"/>
                </a:cubicBezTo>
                <a:cubicBezTo>
                  <a:pt x="1936442" y="1575225"/>
                  <a:pt x="1588724" y="1620780"/>
                  <a:pt x="1385965" y="1599808"/>
                </a:cubicBezTo>
                <a:cubicBezTo>
                  <a:pt x="1183206" y="1578836"/>
                  <a:pt x="970045" y="1573634"/>
                  <a:pt x="637544" y="1599808"/>
                </a:cubicBezTo>
                <a:cubicBezTo>
                  <a:pt x="305043" y="1625982"/>
                  <a:pt x="271599" y="1614411"/>
                  <a:pt x="0" y="1599808"/>
                </a:cubicBezTo>
                <a:cubicBezTo>
                  <a:pt x="-5254" y="1431650"/>
                  <a:pt x="-3650" y="1275333"/>
                  <a:pt x="0" y="1098535"/>
                </a:cubicBezTo>
                <a:cubicBezTo>
                  <a:pt x="3650" y="921737"/>
                  <a:pt x="-21781" y="720966"/>
                  <a:pt x="0" y="597262"/>
                </a:cubicBezTo>
                <a:cubicBezTo>
                  <a:pt x="21781" y="473558"/>
                  <a:pt x="27917" y="240329"/>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1"/>
                </a:solidFill>
                <a:latin typeface="Franklin Gothic Demi" panose="020B0703020102020204" pitchFamily="34" charset="0"/>
              </a:rPr>
              <a:t>Phase 3 - Escape</a:t>
            </a:r>
            <a:endParaRPr lang="en-US" sz="1400" dirty="0">
              <a:solidFill>
                <a:schemeClr val="bg1"/>
              </a:solidFill>
              <a:latin typeface="Franklin Gothic Book" panose="020B0503020102020204" pitchFamily="34" charset="0"/>
            </a:endParaRP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Boss has been defeated in reactor</a:t>
            </a:r>
          </a:p>
          <a:p>
            <a:pPr marL="285750" indent="-285750">
              <a:buFont typeface="Arial" panose="020B0604020202020204" pitchFamily="34" charset="0"/>
              <a:buChar char="•"/>
            </a:pPr>
            <a:r>
              <a:rPr lang="en-US" sz="1400" dirty="0">
                <a:solidFill>
                  <a:schemeClr val="bg1"/>
                </a:solidFill>
                <a:latin typeface="Franklin Gothic Book" panose="020B0503020102020204" pitchFamily="34" charset="0"/>
              </a:rPr>
              <a:t>Player must escape the power plant before it destructs.</a:t>
            </a:r>
          </a:p>
          <a:p>
            <a:endParaRPr lang="en-US" sz="1400" dirty="0">
              <a:solidFill>
                <a:schemeClr val="bg1"/>
              </a:solidFill>
              <a:latin typeface="Franklin Gothic Book" panose="020B0503020102020204" pitchFamily="34" charset="0"/>
            </a:endParaRPr>
          </a:p>
          <a:p>
            <a:endParaRPr lang="en-US" dirty="0">
              <a:solidFill>
                <a:schemeClr val="tx1"/>
              </a:solidFill>
              <a:latin typeface="Franklin Gothic Book" panose="020B0503020102020204" pitchFamily="34" charset="0"/>
            </a:endParaRPr>
          </a:p>
        </p:txBody>
      </p:sp>
      <p:pic>
        <p:nvPicPr>
          <p:cNvPr id="16" name="Picture 15">
            <a:extLst>
              <a:ext uri="{FF2B5EF4-FFF2-40B4-BE49-F238E27FC236}">
                <a16:creationId xmlns:a16="http://schemas.microsoft.com/office/drawing/2014/main" id="{CB53D1B9-6479-AC82-049E-50A849277E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0689" y="-151571"/>
            <a:ext cx="1052442" cy="1052442"/>
          </a:xfrm>
          <a:prstGeom prst="rect">
            <a:avLst/>
          </a:prstGeom>
        </p:spPr>
      </p:pic>
      <p:pic>
        <p:nvPicPr>
          <p:cNvPr id="17" name="Picture 16">
            <a:extLst>
              <a:ext uri="{FF2B5EF4-FFF2-40B4-BE49-F238E27FC236}">
                <a16:creationId xmlns:a16="http://schemas.microsoft.com/office/drawing/2014/main" id="{77929241-3ABA-BE57-BA09-360341603C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48383" y="18753"/>
            <a:ext cx="711794" cy="711794"/>
          </a:xfrm>
          <a:prstGeom prst="rect">
            <a:avLst/>
          </a:prstGeom>
        </p:spPr>
      </p:pic>
      <p:pic>
        <p:nvPicPr>
          <p:cNvPr id="19" name="Picture 18">
            <a:extLst>
              <a:ext uri="{FF2B5EF4-FFF2-40B4-BE49-F238E27FC236}">
                <a16:creationId xmlns:a16="http://schemas.microsoft.com/office/drawing/2014/main" id="{0D6FF5FA-50D9-412F-1159-4F2A680EB4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13419" y="-125741"/>
            <a:ext cx="1002433" cy="1002433"/>
          </a:xfrm>
          <a:prstGeom prst="rect">
            <a:avLst/>
          </a:prstGeom>
        </p:spPr>
      </p:pic>
      <p:sp>
        <p:nvSpPr>
          <p:cNvPr id="20" name="Star: 5 Points 19">
            <a:extLst>
              <a:ext uri="{FF2B5EF4-FFF2-40B4-BE49-F238E27FC236}">
                <a16:creationId xmlns:a16="http://schemas.microsoft.com/office/drawing/2014/main" id="{67AA69D0-0068-A959-9E43-AC0117BBC042}"/>
              </a:ext>
            </a:extLst>
          </p:cNvPr>
          <p:cNvSpPr/>
          <p:nvPr/>
        </p:nvSpPr>
        <p:spPr>
          <a:xfrm>
            <a:off x="9546139" y="122524"/>
            <a:ext cx="499162" cy="460315"/>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Star: 5 Points 20">
            <a:extLst>
              <a:ext uri="{FF2B5EF4-FFF2-40B4-BE49-F238E27FC236}">
                <a16:creationId xmlns:a16="http://schemas.microsoft.com/office/drawing/2014/main" id="{C13B76E7-C489-91E1-EFD3-1481E47CA968}"/>
              </a:ext>
            </a:extLst>
          </p:cNvPr>
          <p:cNvSpPr/>
          <p:nvPr/>
        </p:nvSpPr>
        <p:spPr>
          <a:xfrm>
            <a:off x="10151622" y="122524"/>
            <a:ext cx="499162" cy="460315"/>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Star: 5 Points 23">
            <a:extLst>
              <a:ext uri="{FF2B5EF4-FFF2-40B4-BE49-F238E27FC236}">
                <a16:creationId xmlns:a16="http://schemas.microsoft.com/office/drawing/2014/main" id="{3AFC3C50-31EE-085A-3E2D-C25B77BD78BD}"/>
              </a:ext>
            </a:extLst>
          </p:cNvPr>
          <p:cNvSpPr/>
          <p:nvPr/>
        </p:nvSpPr>
        <p:spPr>
          <a:xfrm>
            <a:off x="8919881" y="122524"/>
            <a:ext cx="499162" cy="460315"/>
          </a:xfrm>
          <a:prstGeom prst="star5">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a:extLst>
              <a:ext uri="{FF2B5EF4-FFF2-40B4-BE49-F238E27FC236}">
                <a16:creationId xmlns:a16="http://schemas.microsoft.com/office/drawing/2014/main" id="{7806CE19-EF0C-F6FD-9C5D-43EEF662CD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49581" y="-89616"/>
            <a:ext cx="884594" cy="884594"/>
          </a:xfrm>
          <a:prstGeom prst="rect">
            <a:avLst/>
          </a:prstGeom>
        </p:spPr>
      </p:pic>
      <p:sp>
        <p:nvSpPr>
          <p:cNvPr id="26" name="TextBox 25">
            <a:extLst>
              <a:ext uri="{FF2B5EF4-FFF2-40B4-BE49-F238E27FC236}">
                <a16:creationId xmlns:a16="http://schemas.microsoft.com/office/drawing/2014/main" id="{3FE7B480-605F-F12A-7CCF-53211D049AD7}"/>
              </a:ext>
            </a:extLst>
          </p:cNvPr>
          <p:cNvSpPr txBox="1"/>
          <p:nvPr/>
        </p:nvSpPr>
        <p:spPr>
          <a:xfrm>
            <a:off x="6608451" y="121614"/>
            <a:ext cx="1094915" cy="523220"/>
          </a:xfrm>
          <a:prstGeom prst="rect">
            <a:avLst/>
          </a:prstGeom>
          <a:noFill/>
        </p:spPr>
        <p:txBody>
          <a:bodyPr wrap="square">
            <a:spAutoFit/>
          </a:bodyPr>
          <a:lstStyle/>
          <a:p>
            <a:pPr algn="l"/>
            <a:r>
              <a:rPr lang="en-US" sz="2800" b="1" dirty="0">
                <a:solidFill>
                  <a:schemeClr val="bg1"/>
                </a:solidFill>
                <a:latin typeface="Franklin Gothic Medium Cond" panose="020B0606030402020204" pitchFamily="34" charset="0"/>
              </a:rPr>
              <a:t>7:00</a:t>
            </a:r>
          </a:p>
        </p:txBody>
      </p:sp>
    </p:spTree>
    <p:extLst>
      <p:ext uri="{BB962C8B-B14F-4D97-AF65-F5344CB8AC3E}">
        <p14:creationId xmlns:p14="http://schemas.microsoft.com/office/powerpoint/2010/main" val="3012575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36186-F145-50C8-F594-0EA626AEE89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CE278A2-FAAF-4AB7-4086-EC1825E22000}"/>
              </a:ext>
            </a:extLst>
          </p:cNvPr>
          <p:cNvSpPr txBox="1">
            <a:spLocks/>
          </p:cNvSpPr>
          <p:nvPr/>
        </p:nvSpPr>
        <p:spPr>
          <a:xfrm>
            <a:off x="1" y="0"/>
            <a:ext cx="12192000" cy="749300"/>
          </a:xfrm>
          <a:prstGeom prst="rect">
            <a:avLst/>
          </a:prstGeom>
          <a:solidFill>
            <a:srgbClr val="481D08"/>
          </a:solidFill>
          <a:effectLst>
            <a:outerShdw blurRad="50800" dist="38100" dir="2700000" algn="tl" rotWithShape="0">
              <a:prstClr val="black">
                <a:alpha val="40000"/>
              </a:prstClr>
            </a:outerShdw>
          </a:effectLst>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chemeClr val="bg1"/>
                </a:solidFill>
                <a:latin typeface="Franklin Gothic Medium Cond" panose="020B0606030402020204" pitchFamily="34" charset="0"/>
              </a:rPr>
              <a:t>Encounter 3 – 3 Phase Final Boss Fight - UML Diagram</a:t>
            </a:r>
          </a:p>
        </p:txBody>
      </p:sp>
      <p:pic>
        <p:nvPicPr>
          <p:cNvPr id="3" name="Picture 2">
            <a:extLst>
              <a:ext uri="{FF2B5EF4-FFF2-40B4-BE49-F238E27FC236}">
                <a16:creationId xmlns:a16="http://schemas.microsoft.com/office/drawing/2014/main" id="{1D3EAD26-EB10-CFD4-E868-1851B55A83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1100285"/>
            <a:ext cx="4876800" cy="5638800"/>
          </a:xfrm>
          <a:prstGeom prst="rect">
            <a:avLst/>
          </a:prstGeom>
        </p:spPr>
      </p:pic>
    </p:spTree>
    <p:extLst>
      <p:ext uri="{BB962C8B-B14F-4D97-AF65-F5344CB8AC3E}">
        <p14:creationId xmlns:p14="http://schemas.microsoft.com/office/powerpoint/2010/main" val="153388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530FB-0A62-3D86-64AB-15EC4D6C36F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F405923-E3BC-D7A4-4589-C9F565B9E2DF}"/>
              </a:ext>
            </a:extLst>
          </p:cNvPr>
          <p:cNvSpPr txBox="1">
            <a:spLocks/>
          </p:cNvSpPr>
          <p:nvPr/>
        </p:nvSpPr>
        <p:spPr>
          <a:xfrm>
            <a:off x="1" y="0"/>
            <a:ext cx="12192000" cy="749300"/>
          </a:xfrm>
          <a:prstGeom prst="rect">
            <a:avLst/>
          </a:prstGeom>
          <a:solidFill>
            <a:srgbClr val="481D08"/>
          </a:solidFill>
          <a:effectLst>
            <a:outerShdw blurRad="50800" dist="38100" dir="2700000" algn="tl" rotWithShape="0">
              <a:prstClr val="black">
                <a:alpha val="40000"/>
              </a:prstClr>
            </a:outerShdw>
          </a:effectLst>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chemeClr val="bg1"/>
                </a:solidFill>
                <a:latin typeface="Franklin Gothic Medium Cond" panose="020B0606030402020204" pitchFamily="34" charset="0"/>
              </a:rPr>
              <a:t>Level Asset List</a:t>
            </a:r>
          </a:p>
        </p:txBody>
      </p:sp>
      <p:pic>
        <p:nvPicPr>
          <p:cNvPr id="3" name="Picture 2">
            <a:extLst>
              <a:ext uri="{FF2B5EF4-FFF2-40B4-BE49-F238E27FC236}">
                <a16:creationId xmlns:a16="http://schemas.microsoft.com/office/drawing/2014/main" id="{D625B87E-EEBE-F4A3-B942-09FAEDCCD6FE}"/>
              </a:ext>
            </a:extLst>
          </p:cNvPr>
          <p:cNvPicPr>
            <a:picLocks noChangeAspect="1"/>
          </p:cNvPicPr>
          <p:nvPr/>
        </p:nvPicPr>
        <p:blipFill>
          <a:blip r:embed="rId2"/>
          <a:stretch>
            <a:fillRect/>
          </a:stretch>
        </p:blipFill>
        <p:spPr>
          <a:xfrm>
            <a:off x="3490591" y="374650"/>
            <a:ext cx="4601217" cy="6430272"/>
          </a:xfrm>
          <a:prstGeom prst="rect">
            <a:avLst/>
          </a:prstGeom>
        </p:spPr>
      </p:pic>
    </p:spTree>
    <p:extLst>
      <p:ext uri="{BB962C8B-B14F-4D97-AF65-F5344CB8AC3E}">
        <p14:creationId xmlns:p14="http://schemas.microsoft.com/office/powerpoint/2010/main" val="598416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D44A9-E851-75CB-F592-E113ED05642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A87CE71-9C78-9FE1-99AE-E4FCE0ED570D}"/>
              </a:ext>
            </a:extLst>
          </p:cNvPr>
          <p:cNvSpPr txBox="1">
            <a:spLocks/>
          </p:cNvSpPr>
          <p:nvPr/>
        </p:nvSpPr>
        <p:spPr>
          <a:xfrm>
            <a:off x="1" y="0"/>
            <a:ext cx="12192000" cy="749300"/>
          </a:xfrm>
          <a:prstGeom prst="rect">
            <a:avLst/>
          </a:prstGeom>
          <a:solidFill>
            <a:srgbClr val="481D08"/>
          </a:solidFill>
          <a:effectLst>
            <a:outerShdw blurRad="50800" dist="38100" dir="2700000" algn="tl" rotWithShape="0">
              <a:prstClr val="black">
                <a:alpha val="40000"/>
              </a:prstClr>
            </a:outerShdw>
          </a:effectLst>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chemeClr val="bg1"/>
                </a:solidFill>
                <a:latin typeface="Franklin Gothic Medium Cond" panose="020B0606030402020204" pitchFamily="34" charset="0"/>
              </a:rPr>
              <a:t>Credits</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D34B449-83FD-05C6-5095-8EE94A780A39}"/>
                  </a:ext>
                </a:extLst>
              </p14:cNvPr>
              <p14:cNvContentPartPr/>
              <p14:nvPr/>
            </p14:nvContentPartPr>
            <p14:xfrm>
              <a:off x="2482103" y="2597691"/>
              <a:ext cx="360" cy="360"/>
            </p14:xfrm>
          </p:contentPart>
        </mc:Choice>
        <mc:Fallback>
          <p:pic>
            <p:nvPicPr>
              <p:cNvPr id="2" name="Ink 1">
                <a:extLst>
                  <a:ext uri="{FF2B5EF4-FFF2-40B4-BE49-F238E27FC236}">
                    <a16:creationId xmlns:a16="http://schemas.microsoft.com/office/drawing/2014/main" id="{CD34B449-83FD-05C6-5095-8EE94A780A39}"/>
                  </a:ext>
                </a:extLst>
              </p:cNvPr>
              <p:cNvPicPr/>
              <p:nvPr/>
            </p:nvPicPr>
            <p:blipFill>
              <a:blip r:embed="rId3"/>
              <a:stretch>
                <a:fillRect/>
              </a:stretch>
            </p:blipFill>
            <p:spPr>
              <a:xfrm>
                <a:off x="2464103" y="2579691"/>
                <a:ext cx="36000" cy="36000"/>
              </a:xfrm>
              <a:prstGeom prst="rect">
                <a:avLst/>
              </a:prstGeom>
            </p:spPr>
          </p:pic>
        </mc:Fallback>
      </mc:AlternateContent>
      <p:sp>
        <p:nvSpPr>
          <p:cNvPr id="3" name="Rectangle 2">
            <a:extLst>
              <a:ext uri="{FF2B5EF4-FFF2-40B4-BE49-F238E27FC236}">
                <a16:creationId xmlns:a16="http://schemas.microsoft.com/office/drawing/2014/main" id="{6D0B0A5A-1DC8-1C34-DA38-5792199B4D4C}"/>
              </a:ext>
            </a:extLst>
          </p:cNvPr>
          <p:cNvSpPr/>
          <p:nvPr/>
        </p:nvSpPr>
        <p:spPr>
          <a:xfrm>
            <a:off x="196538" y="876692"/>
            <a:ext cx="8453975" cy="3405022"/>
          </a:xfrm>
          <a:custGeom>
            <a:avLst/>
            <a:gdLst>
              <a:gd name="csX0" fmla="*/ 0 w 8453975"/>
              <a:gd name="csY0" fmla="*/ 0 h 3405022"/>
              <a:gd name="csX1" fmla="*/ 734846 w 8453975"/>
              <a:gd name="csY1" fmla="*/ 0 h 3405022"/>
              <a:gd name="csX2" fmla="*/ 1469691 w 8453975"/>
              <a:gd name="csY2" fmla="*/ 0 h 3405022"/>
              <a:gd name="csX3" fmla="*/ 2119997 w 8453975"/>
              <a:gd name="csY3" fmla="*/ 0 h 3405022"/>
              <a:gd name="csX4" fmla="*/ 2685763 w 8453975"/>
              <a:gd name="csY4" fmla="*/ 0 h 3405022"/>
              <a:gd name="csX5" fmla="*/ 3336069 w 8453975"/>
              <a:gd name="csY5" fmla="*/ 0 h 3405022"/>
              <a:gd name="csX6" fmla="*/ 4070914 w 8453975"/>
              <a:gd name="csY6" fmla="*/ 0 h 3405022"/>
              <a:gd name="csX7" fmla="*/ 4636680 w 8453975"/>
              <a:gd name="csY7" fmla="*/ 0 h 3405022"/>
              <a:gd name="csX8" fmla="*/ 5456065 w 8453975"/>
              <a:gd name="csY8" fmla="*/ 0 h 3405022"/>
              <a:gd name="csX9" fmla="*/ 6021831 w 8453975"/>
              <a:gd name="csY9" fmla="*/ 0 h 3405022"/>
              <a:gd name="csX10" fmla="*/ 6841217 w 8453975"/>
              <a:gd name="csY10" fmla="*/ 0 h 3405022"/>
              <a:gd name="csX11" fmla="*/ 7576062 w 8453975"/>
              <a:gd name="csY11" fmla="*/ 0 h 3405022"/>
              <a:gd name="csX12" fmla="*/ 8453975 w 8453975"/>
              <a:gd name="csY12" fmla="*/ 0 h 3405022"/>
              <a:gd name="csX13" fmla="*/ 8453975 w 8453975"/>
              <a:gd name="csY13" fmla="*/ 681004 h 3405022"/>
              <a:gd name="csX14" fmla="*/ 8453975 w 8453975"/>
              <a:gd name="csY14" fmla="*/ 1430109 h 3405022"/>
              <a:gd name="csX15" fmla="*/ 8453975 w 8453975"/>
              <a:gd name="csY15" fmla="*/ 2111114 h 3405022"/>
              <a:gd name="csX16" fmla="*/ 8453975 w 8453975"/>
              <a:gd name="csY16" fmla="*/ 2758068 h 3405022"/>
              <a:gd name="csX17" fmla="*/ 8453975 w 8453975"/>
              <a:gd name="csY17" fmla="*/ 3405022 h 3405022"/>
              <a:gd name="csX18" fmla="*/ 7888209 w 8453975"/>
              <a:gd name="csY18" fmla="*/ 3405022 h 3405022"/>
              <a:gd name="csX19" fmla="*/ 7406983 w 8453975"/>
              <a:gd name="csY19" fmla="*/ 3405022 h 3405022"/>
              <a:gd name="csX20" fmla="*/ 6841217 w 8453975"/>
              <a:gd name="csY20" fmla="*/ 3405022 h 3405022"/>
              <a:gd name="csX21" fmla="*/ 6359990 w 8453975"/>
              <a:gd name="csY21" fmla="*/ 3405022 h 3405022"/>
              <a:gd name="csX22" fmla="*/ 5540605 w 8453975"/>
              <a:gd name="csY22" fmla="*/ 3405022 h 3405022"/>
              <a:gd name="csX23" fmla="*/ 4721220 w 8453975"/>
              <a:gd name="csY23" fmla="*/ 3405022 h 3405022"/>
              <a:gd name="csX24" fmla="*/ 3901835 w 8453975"/>
              <a:gd name="csY24" fmla="*/ 3405022 h 3405022"/>
              <a:gd name="csX25" fmla="*/ 3082449 w 8453975"/>
              <a:gd name="csY25" fmla="*/ 3405022 h 3405022"/>
              <a:gd name="csX26" fmla="*/ 2263064 w 8453975"/>
              <a:gd name="csY26" fmla="*/ 3405022 h 3405022"/>
              <a:gd name="csX27" fmla="*/ 1612758 w 8453975"/>
              <a:gd name="csY27" fmla="*/ 3405022 h 3405022"/>
              <a:gd name="csX28" fmla="*/ 1216072 w 8453975"/>
              <a:gd name="csY28" fmla="*/ 3405022 h 3405022"/>
              <a:gd name="csX29" fmla="*/ 0 w 8453975"/>
              <a:gd name="csY29" fmla="*/ 3405022 h 3405022"/>
              <a:gd name="csX30" fmla="*/ 0 w 8453975"/>
              <a:gd name="csY30" fmla="*/ 2826168 h 3405022"/>
              <a:gd name="csX31" fmla="*/ 0 w 8453975"/>
              <a:gd name="csY31" fmla="*/ 2179214 h 3405022"/>
              <a:gd name="csX32" fmla="*/ 0 w 8453975"/>
              <a:gd name="csY32" fmla="*/ 1464159 h 3405022"/>
              <a:gd name="csX33" fmla="*/ 0 w 8453975"/>
              <a:gd name="csY33" fmla="*/ 817205 h 3405022"/>
              <a:gd name="csX34" fmla="*/ 0 w 8453975"/>
              <a:gd name="csY34" fmla="*/ 0 h 34050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8453975" h="3405022" fill="none" extrusionOk="0">
                <a:moveTo>
                  <a:pt x="0" y="0"/>
                </a:moveTo>
                <a:cubicBezTo>
                  <a:pt x="297360" y="-703"/>
                  <a:pt x="442561" y="-25831"/>
                  <a:pt x="734846" y="0"/>
                </a:cubicBezTo>
                <a:cubicBezTo>
                  <a:pt x="1027131" y="25831"/>
                  <a:pt x="1113107" y="-16271"/>
                  <a:pt x="1469691" y="0"/>
                </a:cubicBezTo>
                <a:cubicBezTo>
                  <a:pt x="1826275" y="16271"/>
                  <a:pt x="1943224" y="1698"/>
                  <a:pt x="2119997" y="0"/>
                </a:cubicBezTo>
                <a:cubicBezTo>
                  <a:pt x="2296770" y="-1698"/>
                  <a:pt x="2468067" y="14696"/>
                  <a:pt x="2685763" y="0"/>
                </a:cubicBezTo>
                <a:cubicBezTo>
                  <a:pt x="2903459" y="-14696"/>
                  <a:pt x="3068027" y="-2258"/>
                  <a:pt x="3336069" y="0"/>
                </a:cubicBezTo>
                <a:cubicBezTo>
                  <a:pt x="3604111" y="2258"/>
                  <a:pt x="3783999" y="25372"/>
                  <a:pt x="4070914" y="0"/>
                </a:cubicBezTo>
                <a:cubicBezTo>
                  <a:pt x="4357829" y="-25372"/>
                  <a:pt x="4413642" y="-20446"/>
                  <a:pt x="4636680" y="0"/>
                </a:cubicBezTo>
                <a:cubicBezTo>
                  <a:pt x="4859718" y="20446"/>
                  <a:pt x="5156064" y="22512"/>
                  <a:pt x="5456065" y="0"/>
                </a:cubicBezTo>
                <a:cubicBezTo>
                  <a:pt x="5756067" y="-22512"/>
                  <a:pt x="5799355" y="-25009"/>
                  <a:pt x="6021831" y="0"/>
                </a:cubicBezTo>
                <a:cubicBezTo>
                  <a:pt x="6244307" y="25009"/>
                  <a:pt x="6476113" y="-1116"/>
                  <a:pt x="6841217" y="0"/>
                </a:cubicBezTo>
                <a:cubicBezTo>
                  <a:pt x="7206321" y="1116"/>
                  <a:pt x="7307289" y="5828"/>
                  <a:pt x="7576062" y="0"/>
                </a:cubicBezTo>
                <a:cubicBezTo>
                  <a:pt x="7844836" y="-5828"/>
                  <a:pt x="8053238" y="-9303"/>
                  <a:pt x="8453975" y="0"/>
                </a:cubicBezTo>
                <a:cubicBezTo>
                  <a:pt x="8463937" y="175866"/>
                  <a:pt x="8442209" y="504234"/>
                  <a:pt x="8453975" y="681004"/>
                </a:cubicBezTo>
                <a:cubicBezTo>
                  <a:pt x="8465741" y="857774"/>
                  <a:pt x="8455129" y="1131078"/>
                  <a:pt x="8453975" y="1430109"/>
                </a:cubicBezTo>
                <a:cubicBezTo>
                  <a:pt x="8452821" y="1729141"/>
                  <a:pt x="8471399" y="1949512"/>
                  <a:pt x="8453975" y="2111114"/>
                </a:cubicBezTo>
                <a:cubicBezTo>
                  <a:pt x="8436551" y="2272717"/>
                  <a:pt x="8439233" y="2465596"/>
                  <a:pt x="8453975" y="2758068"/>
                </a:cubicBezTo>
                <a:cubicBezTo>
                  <a:pt x="8468717" y="3050540"/>
                  <a:pt x="8456729" y="3208058"/>
                  <a:pt x="8453975" y="3405022"/>
                </a:cubicBezTo>
                <a:cubicBezTo>
                  <a:pt x="8209094" y="3394473"/>
                  <a:pt x="8100808" y="3424976"/>
                  <a:pt x="7888209" y="3405022"/>
                </a:cubicBezTo>
                <a:cubicBezTo>
                  <a:pt x="7675610" y="3385068"/>
                  <a:pt x="7512759" y="3416184"/>
                  <a:pt x="7406983" y="3405022"/>
                </a:cubicBezTo>
                <a:cubicBezTo>
                  <a:pt x="7301207" y="3393860"/>
                  <a:pt x="7071523" y="3406626"/>
                  <a:pt x="6841217" y="3405022"/>
                </a:cubicBezTo>
                <a:cubicBezTo>
                  <a:pt x="6610911" y="3403418"/>
                  <a:pt x="6466515" y="3400353"/>
                  <a:pt x="6359990" y="3405022"/>
                </a:cubicBezTo>
                <a:cubicBezTo>
                  <a:pt x="6253465" y="3409691"/>
                  <a:pt x="5902351" y="3404900"/>
                  <a:pt x="5540605" y="3405022"/>
                </a:cubicBezTo>
                <a:cubicBezTo>
                  <a:pt x="5178859" y="3405144"/>
                  <a:pt x="4900237" y="3422787"/>
                  <a:pt x="4721220" y="3405022"/>
                </a:cubicBezTo>
                <a:cubicBezTo>
                  <a:pt x="4542204" y="3387257"/>
                  <a:pt x="4241056" y="3434241"/>
                  <a:pt x="3901835" y="3405022"/>
                </a:cubicBezTo>
                <a:cubicBezTo>
                  <a:pt x="3562614" y="3375803"/>
                  <a:pt x="3255011" y="3405640"/>
                  <a:pt x="3082449" y="3405022"/>
                </a:cubicBezTo>
                <a:cubicBezTo>
                  <a:pt x="2909887" y="3404404"/>
                  <a:pt x="2570659" y="3415072"/>
                  <a:pt x="2263064" y="3405022"/>
                </a:cubicBezTo>
                <a:cubicBezTo>
                  <a:pt x="1955470" y="3394972"/>
                  <a:pt x="1844623" y="3400286"/>
                  <a:pt x="1612758" y="3405022"/>
                </a:cubicBezTo>
                <a:cubicBezTo>
                  <a:pt x="1380893" y="3409758"/>
                  <a:pt x="1337909" y="3396118"/>
                  <a:pt x="1216072" y="3405022"/>
                </a:cubicBezTo>
                <a:cubicBezTo>
                  <a:pt x="1094235" y="3413926"/>
                  <a:pt x="495341" y="3402575"/>
                  <a:pt x="0" y="3405022"/>
                </a:cubicBezTo>
                <a:cubicBezTo>
                  <a:pt x="-10087" y="3149071"/>
                  <a:pt x="12385" y="3039367"/>
                  <a:pt x="0" y="2826168"/>
                </a:cubicBezTo>
                <a:cubicBezTo>
                  <a:pt x="-12385" y="2612969"/>
                  <a:pt x="-4173" y="2333843"/>
                  <a:pt x="0" y="2179214"/>
                </a:cubicBezTo>
                <a:cubicBezTo>
                  <a:pt x="4173" y="2024585"/>
                  <a:pt x="-23093" y="1613814"/>
                  <a:pt x="0" y="1464159"/>
                </a:cubicBezTo>
                <a:cubicBezTo>
                  <a:pt x="23093" y="1314504"/>
                  <a:pt x="-12409" y="1015887"/>
                  <a:pt x="0" y="817205"/>
                </a:cubicBezTo>
                <a:cubicBezTo>
                  <a:pt x="12409" y="618523"/>
                  <a:pt x="-11425" y="205612"/>
                  <a:pt x="0" y="0"/>
                </a:cubicBezTo>
                <a:close/>
              </a:path>
              <a:path w="8453975" h="3405022" stroke="0" extrusionOk="0">
                <a:moveTo>
                  <a:pt x="0" y="0"/>
                </a:moveTo>
                <a:cubicBezTo>
                  <a:pt x="132433" y="-16465"/>
                  <a:pt x="235526" y="18559"/>
                  <a:pt x="396687" y="0"/>
                </a:cubicBezTo>
                <a:cubicBezTo>
                  <a:pt x="557848" y="-18559"/>
                  <a:pt x="765753" y="-9640"/>
                  <a:pt x="1131532" y="0"/>
                </a:cubicBezTo>
                <a:cubicBezTo>
                  <a:pt x="1497312" y="9640"/>
                  <a:pt x="1499001" y="-21728"/>
                  <a:pt x="1612758" y="0"/>
                </a:cubicBezTo>
                <a:cubicBezTo>
                  <a:pt x="1726515" y="21728"/>
                  <a:pt x="1927129" y="-3327"/>
                  <a:pt x="2093985" y="0"/>
                </a:cubicBezTo>
                <a:cubicBezTo>
                  <a:pt x="2260841" y="3327"/>
                  <a:pt x="2481164" y="-24870"/>
                  <a:pt x="2828830" y="0"/>
                </a:cubicBezTo>
                <a:cubicBezTo>
                  <a:pt x="3176497" y="24870"/>
                  <a:pt x="3176377" y="-31291"/>
                  <a:pt x="3479136" y="0"/>
                </a:cubicBezTo>
                <a:cubicBezTo>
                  <a:pt x="3781895" y="31291"/>
                  <a:pt x="3988309" y="-4164"/>
                  <a:pt x="4129442" y="0"/>
                </a:cubicBezTo>
                <a:cubicBezTo>
                  <a:pt x="4270575" y="4164"/>
                  <a:pt x="4770469" y="12566"/>
                  <a:pt x="4948827" y="0"/>
                </a:cubicBezTo>
                <a:cubicBezTo>
                  <a:pt x="5127186" y="-12566"/>
                  <a:pt x="5291158" y="20802"/>
                  <a:pt x="5430053" y="0"/>
                </a:cubicBezTo>
                <a:cubicBezTo>
                  <a:pt x="5568948" y="-20802"/>
                  <a:pt x="5860971" y="-10839"/>
                  <a:pt x="6249438" y="0"/>
                </a:cubicBezTo>
                <a:cubicBezTo>
                  <a:pt x="6637906" y="10839"/>
                  <a:pt x="6783212" y="-28326"/>
                  <a:pt x="7068824" y="0"/>
                </a:cubicBezTo>
                <a:cubicBezTo>
                  <a:pt x="7354436" y="28326"/>
                  <a:pt x="7296566" y="-1974"/>
                  <a:pt x="7465510" y="0"/>
                </a:cubicBezTo>
                <a:cubicBezTo>
                  <a:pt x="7634454" y="1974"/>
                  <a:pt x="7781738" y="-5548"/>
                  <a:pt x="7862197" y="0"/>
                </a:cubicBezTo>
                <a:cubicBezTo>
                  <a:pt x="7942656" y="5548"/>
                  <a:pt x="8222236" y="-10745"/>
                  <a:pt x="8453975" y="0"/>
                </a:cubicBezTo>
                <a:cubicBezTo>
                  <a:pt x="8438955" y="173155"/>
                  <a:pt x="8463052" y="453519"/>
                  <a:pt x="8453975" y="612904"/>
                </a:cubicBezTo>
                <a:cubicBezTo>
                  <a:pt x="8444898" y="772289"/>
                  <a:pt x="8446591" y="1061414"/>
                  <a:pt x="8453975" y="1225808"/>
                </a:cubicBezTo>
                <a:cubicBezTo>
                  <a:pt x="8461359" y="1390202"/>
                  <a:pt x="8482769" y="1603164"/>
                  <a:pt x="8453975" y="1906812"/>
                </a:cubicBezTo>
                <a:cubicBezTo>
                  <a:pt x="8425181" y="2210460"/>
                  <a:pt x="8440516" y="2411141"/>
                  <a:pt x="8453975" y="2587817"/>
                </a:cubicBezTo>
                <a:cubicBezTo>
                  <a:pt x="8467434" y="2764493"/>
                  <a:pt x="8460947" y="3182971"/>
                  <a:pt x="8453975" y="3405022"/>
                </a:cubicBezTo>
                <a:cubicBezTo>
                  <a:pt x="8321381" y="3427455"/>
                  <a:pt x="8090852" y="3426524"/>
                  <a:pt x="7888209" y="3405022"/>
                </a:cubicBezTo>
                <a:cubicBezTo>
                  <a:pt x="7685566" y="3383520"/>
                  <a:pt x="7385240" y="3399365"/>
                  <a:pt x="7153363" y="3405022"/>
                </a:cubicBezTo>
                <a:cubicBezTo>
                  <a:pt x="6921486" y="3410679"/>
                  <a:pt x="6737768" y="3412349"/>
                  <a:pt x="6503058" y="3405022"/>
                </a:cubicBezTo>
                <a:cubicBezTo>
                  <a:pt x="6268349" y="3397695"/>
                  <a:pt x="6295729" y="3415118"/>
                  <a:pt x="6106371" y="3405022"/>
                </a:cubicBezTo>
                <a:cubicBezTo>
                  <a:pt x="5917013" y="3394926"/>
                  <a:pt x="5703399" y="3415247"/>
                  <a:pt x="5371526" y="3405022"/>
                </a:cubicBezTo>
                <a:cubicBezTo>
                  <a:pt x="5039653" y="3394797"/>
                  <a:pt x="5073664" y="3407722"/>
                  <a:pt x="4974839" y="3405022"/>
                </a:cubicBezTo>
                <a:cubicBezTo>
                  <a:pt x="4876014" y="3402322"/>
                  <a:pt x="4485756" y="3432578"/>
                  <a:pt x="4155454" y="3405022"/>
                </a:cubicBezTo>
                <a:cubicBezTo>
                  <a:pt x="3825152" y="3377466"/>
                  <a:pt x="3752220" y="3397521"/>
                  <a:pt x="3589688" y="3405022"/>
                </a:cubicBezTo>
                <a:cubicBezTo>
                  <a:pt x="3427156" y="3412523"/>
                  <a:pt x="3273328" y="3404741"/>
                  <a:pt x="3193001" y="3405022"/>
                </a:cubicBezTo>
                <a:cubicBezTo>
                  <a:pt x="3112674" y="3405303"/>
                  <a:pt x="2576574" y="3405571"/>
                  <a:pt x="2373616" y="3405022"/>
                </a:cubicBezTo>
                <a:cubicBezTo>
                  <a:pt x="2170658" y="3404473"/>
                  <a:pt x="1882368" y="3394508"/>
                  <a:pt x="1554231" y="3405022"/>
                </a:cubicBezTo>
                <a:cubicBezTo>
                  <a:pt x="1226094" y="3415536"/>
                  <a:pt x="1002316" y="3400297"/>
                  <a:pt x="819385" y="3405022"/>
                </a:cubicBezTo>
                <a:cubicBezTo>
                  <a:pt x="636454" y="3409747"/>
                  <a:pt x="324807" y="3434087"/>
                  <a:pt x="0" y="3405022"/>
                </a:cubicBezTo>
                <a:cubicBezTo>
                  <a:pt x="-3728" y="3091996"/>
                  <a:pt x="25820" y="3029977"/>
                  <a:pt x="0" y="2655917"/>
                </a:cubicBezTo>
                <a:cubicBezTo>
                  <a:pt x="-25820" y="2281858"/>
                  <a:pt x="-6077" y="2266479"/>
                  <a:pt x="0" y="2008963"/>
                </a:cubicBezTo>
                <a:cubicBezTo>
                  <a:pt x="6077" y="1751447"/>
                  <a:pt x="-33778" y="1477978"/>
                  <a:pt x="0" y="1293908"/>
                </a:cubicBezTo>
                <a:cubicBezTo>
                  <a:pt x="33778" y="1109839"/>
                  <a:pt x="8416" y="892740"/>
                  <a:pt x="0" y="681004"/>
                </a:cubicBezTo>
                <a:cubicBezTo>
                  <a:pt x="-8416" y="469268"/>
                  <a:pt x="29161" y="271940"/>
                  <a:pt x="0" y="0"/>
                </a:cubicBezTo>
                <a:close/>
              </a:path>
            </a:pathLst>
          </a:custGeom>
          <a:solidFill>
            <a:schemeClr val="tx1">
              <a:alpha val="30000"/>
            </a:schemeClr>
          </a:solidFill>
          <a:ln w="28575">
            <a:solidFill>
              <a:srgbClr val="C00000"/>
            </a:solidFill>
            <a:extLst>
              <a:ext uri="{C807C97D-BFC1-408E-A445-0C87EB9F89A2}">
                <ask:lineSketchStyleProps xmlns:ask="http://schemas.microsoft.com/office/drawing/2018/sketchyshapes" sd="333783101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lang="en-US" sz="1400" dirty="0">
              <a:solidFill>
                <a:schemeClr val="bg1"/>
              </a:solidFill>
              <a:latin typeface="Franklin Gothic Book" panose="020B0503020102020204" pitchFamily="34" charset="0"/>
            </a:endParaRPr>
          </a:p>
          <a:p>
            <a:pPr marL="285750" indent="-285750">
              <a:buFont typeface="Arial" panose="020B0604020202020204" pitchFamily="34" charset="0"/>
              <a:buChar char="•"/>
            </a:pPr>
            <a:r>
              <a:rPr lang="en-US" dirty="0">
                <a:solidFill>
                  <a:schemeClr val="bg1"/>
                </a:solidFill>
                <a:latin typeface="Franklin Gothic Book" panose="020B0503020102020204" pitchFamily="34" charset="0"/>
              </a:rPr>
              <a:t>Encounter Design Icons created using Google Gemini AI and Adobe Photoshop</a:t>
            </a:r>
          </a:p>
          <a:p>
            <a:pPr marL="285750" indent="-285750">
              <a:buFont typeface="Arial" panose="020B0604020202020204" pitchFamily="34" charset="0"/>
              <a:buChar char="•"/>
            </a:pPr>
            <a:r>
              <a:rPr lang="en-US" dirty="0">
                <a:solidFill>
                  <a:schemeClr val="bg1"/>
                </a:solidFill>
                <a:latin typeface="Franklin Gothic Book" panose="020B0503020102020204" pitchFamily="34" charset="0"/>
              </a:rPr>
              <a:t>Input System – First Person Movement Template V1 by </a:t>
            </a:r>
            <a:r>
              <a:rPr lang="en-US" dirty="0" err="1">
                <a:solidFill>
                  <a:schemeClr val="bg1"/>
                </a:solidFill>
                <a:latin typeface="Franklin Gothic Book" panose="020B0503020102020204" pitchFamily="34" charset="0"/>
              </a:rPr>
              <a:t>Treety</a:t>
            </a:r>
            <a:r>
              <a:rPr lang="en-US" dirty="0">
                <a:solidFill>
                  <a:schemeClr val="bg1"/>
                </a:solidFill>
                <a:latin typeface="Franklin Gothic Book" panose="020B0503020102020204" pitchFamily="34" charset="0"/>
              </a:rPr>
              <a:t> from Fab Store – https://fab.com/s/0842b1e00e26</a:t>
            </a:r>
          </a:p>
          <a:p>
            <a:pPr marL="285750" indent="-285750">
              <a:buFont typeface="Arial" panose="020B0604020202020204" pitchFamily="34" charset="0"/>
              <a:buChar char="•"/>
            </a:pPr>
            <a:r>
              <a:rPr lang="en-US" dirty="0">
                <a:solidFill>
                  <a:schemeClr val="bg1"/>
                </a:solidFill>
                <a:latin typeface="Franklin Gothic Book" panose="020B0503020102020204" pitchFamily="34" charset="0"/>
              </a:rPr>
              <a:t>Dungeon Scrawl Map Creator and Icons used for Level Layout.</a:t>
            </a:r>
          </a:p>
        </p:txBody>
      </p:sp>
      <p:sp>
        <p:nvSpPr>
          <p:cNvPr id="4" name="Rectangle 1">
            <a:extLst>
              <a:ext uri="{FF2B5EF4-FFF2-40B4-BE49-F238E27FC236}">
                <a16:creationId xmlns:a16="http://schemas.microsoft.com/office/drawing/2014/main" id="{C30F840E-185E-DCEA-7D92-445210457BE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var(--density-typography-heading-sm-font-family)"/>
              </a:rPr>
              <a:t>First-Person Movement Template V1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9121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1530</TotalTime>
  <Words>1010</Words>
  <Application>Microsoft Office PowerPoint</Application>
  <PresentationFormat>Widescreen</PresentationFormat>
  <Paragraphs>171</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vt:lpstr>
      <vt:lpstr>Aptos Display</vt:lpstr>
      <vt:lpstr>Arial</vt:lpstr>
      <vt:lpstr>Franklin Gothic Book</vt:lpstr>
      <vt:lpstr>Franklin Gothic Demi</vt:lpstr>
      <vt:lpstr>Franklin Gothic Demi Cond</vt:lpstr>
      <vt:lpstr>Franklin Gothic Medium Cond</vt:lpstr>
      <vt:lpstr>var(--density-typography-heading-sm-font-family)</vt:lpstr>
      <vt:lpstr>Office Theme</vt:lpstr>
      <vt:lpstr>A3 PR-02: Level Design Documentation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Zachary Hubbard</dc:creator>
  <cp:lastModifiedBy>Zachary Hubbard</cp:lastModifiedBy>
  <cp:revision>2</cp:revision>
  <dcterms:created xsi:type="dcterms:W3CDTF">2026-02-09T04:46:48Z</dcterms:created>
  <dcterms:modified xsi:type="dcterms:W3CDTF">2026-02-11T18:42:57Z</dcterms:modified>
</cp:coreProperties>
</file>